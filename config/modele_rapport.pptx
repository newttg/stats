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262" r:id="rId5"/>
    <p:sldId id="309" r:id="rId6"/>
    <p:sldId id="317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E2E3E3"/>
    <a:srgbClr val="FF0042"/>
    <a:srgbClr val="FF00DB"/>
    <a:srgbClr val="A3A9AE"/>
    <a:srgbClr val="828A8F"/>
    <a:srgbClr val="5F6A72"/>
    <a:srgbClr val="6600FF"/>
    <a:srgbClr val="7F7F7F"/>
    <a:srgbClr val="85A9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EF5941-D2E3-429A-98C8-ADCAF5CDC8B0}" v="67" dt="2026-07-23T05:58:19.8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87" autoAdjust="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outlineViewPr>
    <p:cViewPr>
      <p:scale>
        <a:sx n="33" d="100"/>
        <a:sy n="33" d="100"/>
      </p:scale>
      <p:origin x="0" y="-1836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737B39-EFED-0B48-90AB-BA7D68754802}" type="datetimeFigureOut">
              <a:rPr lang="fr-FR" smtClean="0"/>
              <a:t>18/08/2026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99F003-4DCD-5B4F-90E8-0005E465D0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7820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file:////Volumes/crea/OPT/2025/OPT%20TELECOMS/CHARTE%20BRANDBOOK/2:HELIA_BRANDBOOK_CHARTE%20PARTICULIER/EXPORT/L'IMPULSION_SWIPE_EXPORT/HELIA_IMPULSION/IMPULSION%20_BLANC/IMPULSION_BLANC.png" TargetMode="Externa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file:////Users/christophe.geffriaud/Desktop/OPT_COM/&#8226;%20PWPT/EXPORT/shutterstock_2100651637%20copie%207.png" TargetMode="Externa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file:////Users/christophe.geffriaud/Desktop/OPT_COM/&#8226;%20PWPT/EXPORT/shutterstock_2100651637%20copie%207.png" TargetMode="External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file:////Volumes/crea/OPT/2025/OPT%20TELECOMS/STOCKS%20IMAGE%20OPT/IMAGES/shutterstock_684313996.jpg" TargetMode="External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file:////Users/christophe.geffriaud/Desktop/OPT_COM/CAHIER%20DES%20CHARGES/HELIA_WORD_DEGRADE%2020%20mars3.png" TargetMode="Externa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Relationship Id="rId6" Type="http://schemas.openxmlformats.org/officeDocument/2006/relationships/image" Target="file:////Volumes/crea/OPT/2025/OPT%20TELECOMS/CHARTE%20BRANDBOOK/2:HELIA_BRANDBOOK_CHARTE%20PARTICULIER/&#8226;%20PWPT/SRC/2025%20-%20HELIA%20-%20Pictogrammes%20-TARGET_%20Degrade%20RVB%20-%204G%20-%203%20avril.png" TargetMode="External"/><Relationship Id="rId5" Type="http://schemas.openxmlformats.org/officeDocument/2006/relationships/image" Target="../media/image14.png"/><Relationship Id="rId4" Type="http://schemas.openxmlformats.org/officeDocument/2006/relationships/image" Target="file:////Users/christophe.geffriaud/Desktop/OPT_COM/CAHIER%20DES%20CHARGES/HELIA_WORD_DEGRADE%2020%20mars3.png" TargetMode="Externa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9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6" Type="http://schemas.openxmlformats.org/officeDocument/2006/relationships/image" Target="file:////Volumes/crea/OPT/2025/OPT%20TELECOMS/CHARTE%20BRANDBOOK/2:HELIA_BRANDBOOK_CHARTE%20PARTICULIER/RS/RS-02.png" TargetMode="External"/><Relationship Id="rId5" Type="http://schemas.openxmlformats.org/officeDocument/2006/relationships/image" Target="../media/image18.png"/><Relationship Id="rId4" Type="http://schemas.openxmlformats.org/officeDocument/2006/relationships/image" Target="file:////Users/christophe.geffriaud/Desktop/OPT_COM/&#8226;%20PWPT/EXPORT/URL%20blanc_ELEMENTS_PWT%2024%20mars3.png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E36ECD8C-2621-3D42-9FB6-B5FB1A22DC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gradFill>
            <a:gsLst>
              <a:gs pos="0">
                <a:srgbClr val="FF00E3"/>
              </a:gs>
              <a:gs pos="40000">
                <a:srgbClr val="FF007D"/>
              </a:gs>
              <a:gs pos="100000">
                <a:srgbClr val="FF0005"/>
              </a:gs>
            </a:gsLst>
            <a:lin ang="2700000" scaled="0"/>
          </a:gradFill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D648D64-ECEA-E045-9288-F847255AC98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44754"/>
            <a:ext cx="12191999" cy="1962578"/>
          </a:xfrm>
          <a:prstGeom prst="rect">
            <a:avLst/>
          </a:prstGeom>
        </p:spPr>
        <p:txBody>
          <a:bodyPr anchor="b"/>
          <a:lstStyle>
            <a:lvl1pPr algn="ctr">
              <a:defRPr sz="6000" b="1" i="0">
                <a:solidFill>
                  <a:schemeClr val="bg1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Modifiez </a:t>
            </a:r>
            <a:br>
              <a:rPr lang="fr-FR" dirty="0"/>
            </a:br>
            <a:r>
              <a:rPr lang="fr-FR" dirty="0"/>
              <a:t>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6562225-D565-E240-B87E-4455C661AE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282680"/>
            <a:ext cx="12192000" cy="1193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109F4D8-6312-3340-8AD8-0D74DBD85D70}"/>
              </a:ext>
            </a:extLst>
          </p:cNvPr>
          <p:cNvSpPr txBox="1"/>
          <p:nvPr userDrawn="1"/>
        </p:nvSpPr>
        <p:spPr>
          <a:xfrm>
            <a:off x="1047565" y="-11541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6C10C4F-01FA-5B4D-9CF0-0AAA25D542F3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2399" y="4036424"/>
            <a:ext cx="3499601" cy="253419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2F5CA4EF-A7FE-4CBB-AED1-583D8BD56B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18" y="0"/>
            <a:ext cx="2668110" cy="1500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533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>
            <a:extLst>
              <a:ext uri="{FF2B5EF4-FFF2-40B4-BE49-F238E27FC236}">
                <a16:creationId xmlns:a16="http://schemas.microsoft.com/office/drawing/2014/main" id="{DCA08E31-952D-5FB2-F3A8-CE1948782F1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44754"/>
            <a:ext cx="12191999" cy="1962578"/>
          </a:xfrm>
          <a:prstGeom prst="rect">
            <a:avLst/>
          </a:prstGeom>
        </p:spPr>
        <p:txBody>
          <a:bodyPr anchor="b"/>
          <a:lstStyle>
            <a:lvl1pPr algn="ctr">
              <a:defRPr sz="6000" b="1" i="0">
                <a:gradFill>
                  <a:gsLst>
                    <a:gs pos="40000">
                      <a:srgbClr val="FF007A"/>
                    </a:gs>
                    <a:gs pos="0">
                      <a:srgbClr val="FF00DB"/>
                    </a:gs>
                    <a:gs pos="100000">
                      <a:srgbClr val="FF0042"/>
                    </a:gs>
                  </a:gsLst>
                  <a:lin ang="2700000" scaled="0"/>
                </a:gra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Modifiez </a:t>
            </a:r>
            <a:br>
              <a:rPr lang="fr-FR" dirty="0"/>
            </a:br>
            <a:r>
              <a:rPr lang="fr-FR" dirty="0"/>
              <a:t>le style du titre</a:t>
            </a: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F2C6B634-4831-9B82-5BA2-F835ABE675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282680"/>
            <a:ext cx="12192000" cy="1193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0" i="0">
                <a:gradFill>
                  <a:gsLst>
                    <a:gs pos="40000">
                      <a:srgbClr val="FF007A"/>
                    </a:gs>
                    <a:gs pos="0">
                      <a:srgbClr val="FF00DB"/>
                    </a:gs>
                    <a:gs pos="100000">
                      <a:srgbClr val="FF0042"/>
                    </a:gs>
                  </a:gsLst>
                  <a:lin ang="2700000" scaled="0"/>
                </a:gra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22D783F-0A6C-C125-AAE2-B37D4CF2CC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64" t="15447" r="20325" b="18789"/>
          <a:stretch/>
        </p:blipFill>
        <p:spPr>
          <a:xfrm>
            <a:off x="297638" y="272633"/>
            <a:ext cx="1691472" cy="1099457"/>
          </a:xfrm>
          <a:prstGeom prst="rect">
            <a:avLst/>
          </a:prstGeom>
        </p:spPr>
      </p:pic>
      <p:pic>
        <p:nvPicPr>
          <p:cNvPr id="6" name="Image 5" descr="Une image contenant Caractère coloré, capture d’écran, Magenta, violet&#10;&#10;Le contenu généré par l’IA peut être incorrect.">
            <a:extLst>
              <a:ext uri="{FF2B5EF4-FFF2-40B4-BE49-F238E27FC236}">
                <a16:creationId xmlns:a16="http://schemas.microsoft.com/office/drawing/2014/main" id="{5A56A156-D82A-0A7E-8E3D-F7EBA048385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9799" y="3907332"/>
            <a:ext cx="3718010" cy="2707290"/>
          </a:xfrm>
          <a:prstGeom prst="rect">
            <a:avLst/>
          </a:prstGeom>
        </p:spPr>
      </p:pic>
      <p:pic>
        <p:nvPicPr>
          <p:cNvPr id="10" name="Image 9" descr="Une image contenant texte, Graphique, Police, graphisme&#10;&#10;Le contenu généré par l’IA peut être incorrect.">
            <a:extLst>
              <a:ext uri="{FF2B5EF4-FFF2-40B4-BE49-F238E27FC236}">
                <a16:creationId xmlns:a16="http://schemas.microsoft.com/office/drawing/2014/main" id="{828150F7-C967-8CD3-E57E-9025418D039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12" y="60449"/>
            <a:ext cx="2709018" cy="1523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641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 SOMMAI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C73C7077-C61C-0C4F-B271-1D29E21408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390" y="1"/>
            <a:ext cx="10308609" cy="6858000"/>
          </a:xfrm>
          <a:prstGeom prst="rect">
            <a:avLst/>
          </a:prstGeom>
          <a:gradFill>
            <a:gsLst>
              <a:gs pos="0">
                <a:srgbClr val="FF00E3"/>
              </a:gs>
              <a:gs pos="40000">
                <a:srgbClr val="FF007D"/>
              </a:gs>
              <a:gs pos="100000">
                <a:srgbClr val="FF0005"/>
              </a:gs>
            </a:gsLst>
            <a:lin ang="2700000" scaled="0"/>
          </a:gradFill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53FE8136-F20E-1FB1-C292-B76481EFC5A7}"/>
              </a:ext>
            </a:extLst>
          </p:cNvPr>
          <p:cNvSpPr txBox="1"/>
          <p:nvPr userDrawn="1"/>
        </p:nvSpPr>
        <p:spPr>
          <a:xfrm rot="16200000">
            <a:off x="-1693551" y="2775952"/>
            <a:ext cx="62824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600" b="1" dirty="0">
                <a:gradFill flip="none" rotWithShape="1">
                  <a:gsLst>
                    <a:gs pos="0">
                      <a:srgbClr val="FF00E3"/>
                    </a:gs>
                    <a:gs pos="40000">
                      <a:srgbClr val="FF007D"/>
                    </a:gs>
                    <a:gs pos="100000">
                      <a:srgbClr val="FF0005"/>
                    </a:gs>
                  </a:gsLst>
                  <a:lin ang="18900000" scaled="1"/>
                  <a:tileRect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Sommaire</a:t>
            </a:r>
          </a:p>
        </p:txBody>
      </p:sp>
      <p:sp>
        <p:nvSpPr>
          <p:cNvPr id="16" name="Espace réservé de la date 3">
            <a:extLst>
              <a:ext uri="{FF2B5EF4-FFF2-40B4-BE49-F238E27FC236}">
                <a16:creationId xmlns:a16="http://schemas.microsoft.com/office/drawing/2014/main" id="{9CFF0E9B-EAFD-584C-A11E-D9827865B4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09712" y="6551938"/>
            <a:ext cx="2646381" cy="306062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0A9B2A82-ED00-DE47-98EF-F3B3685B1BAA}" type="datetimeFigureOut">
              <a:rPr lang="fr-FR" smtClean="0"/>
              <a:pPr/>
              <a:t>18/08/2026</a:t>
            </a:fld>
            <a:endParaRPr lang="fr-FR" dirty="0"/>
          </a:p>
        </p:txBody>
      </p:sp>
      <p:sp>
        <p:nvSpPr>
          <p:cNvPr id="17" name="Espace réservé du pied de page 4">
            <a:extLst>
              <a:ext uri="{FF2B5EF4-FFF2-40B4-BE49-F238E27FC236}">
                <a16:creationId xmlns:a16="http://schemas.microsoft.com/office/drawing/2014/main" id="{E3384F1A-C440-744D-8580-0C8A3241468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367867" y="6540649"/>
            <a:ext cx="3728155" cy="306062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>
            <a:extLst>
              <a:ext uri="{FF2B5EF4-FFF2-40B4-BE49-F238E27FC236}">
                <a16:creationId xmlns:a16="http://schemas.microsoft.com/office/drawing/2014/main" id="{0544B2DB-84B9-A64F-9587-FB45409C6CC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251245" y="6551938"/>
            <a:ext cx="2743200" cy="306062"/>
          </a:xfrm>
          <a:prstGeom prst="rect">
            <a:avLst/>
          </a:prstGeom>
        </p:spPr>
        <p:txBody>
          <a:bodyPr/>
          <a:lstStyle>
            <a:lvl1pPr algn="r">
              <a:defRPr sz="10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F6BA88AF-DBE7-D24B-8E1A-3AD6DCE18CBF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1" name="Sous-titre 2">
            <a:extLst>
              <a:ext uri="{FF2B5EF4-FFF2-40B4-BE49-F238E27FC236}">
                <a16:creationId xmlns:a16="http://schemas.microsoft.com/office/drawing/2014/main" id="{0AF04B94-A83B-4B46-9218-52E84546F57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371405" y="1140067"/>
            <a:ext cx="3589473" cy="50689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Partie 1</a:t>
            </a:r>
          </a:p>
        </p:txBody>
      </p:sp>
      <p:sp>
        <p:nvSpPr>
          <p:cNvPr id="24" name="Espace réservé du texte 52">
            <a:extLst>
              <a:ext uri="{FF2B5EF4-FFF2-40B4-BE49-F238E27FC236}">
                <a16:creationId xmlns:a16="http://schemas.microsoft.com/office/drawing/2014/main" id="{212C80CF-F10A-864C-A299-4F2A2CF72AD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3418" y="2477667"/>
            <a:ext cx="691777" cy="3060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Segoe UI Light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sz="1600" dirty="0"/>
              <a:t>00</a:t>
            </a:r>
            <a:endParaRPr lang="fr-FR" dirty="0"/>
          </a:p>
        </p:txBody>
      </p:sp>
      <p:sp>
        <p:nvSpPr>
          <p:cNvPr id="26" name="Espace réservé du texte 52">
            <a:extLst>
              <a:ext uri="{FF2B5EF4-FFF2-40B4-BE49-F238E27FC236}">
                <a16:creationId xmlns:a16="http://schemas.microsoft.com/office/drawing/2014/main" id="{9F86AB51-FAB3-3249-AF27-B9F18848E30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371405" y="2466140"/>
            <a:ext cx="3393731" cy="3271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7" name="Espace réservé du texte 52">
            <a:extLst>
              <a:ext uri="{FF2B5EF4-FFF2-40B4-BE49-F238E27FC236}">
                <a16:creationId xmlns:a16="http://schemas.microsoft.com/office/drawing/2014/main" id="{1A2F1FE6-3B21-A848-8C2E-56D325B9CCA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646125" y="2468062"/>
            <a:ext cx="691777" cy="3156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Segoe UI Light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00</a:t>
            </a:r>
          </a:p>
        </p:txBody>
      </p:sp>
      <p:sp>
        <p:nvSpPr>
          <p:cNvPr id="28" name="Espace réservé du texte 52">
            <a:extLst>
              <a:ext uri="{FF2B5EF4-FFF2-40B4-BE49-F238E27FC236}">
                <a16:creationId xmlns:a16="http://schemas.microsoft.com/office/drawing/2014/main" id="{53B82C9C-F898-E24D-92AC-5B58F9A8E8A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104112" y="2456535"/>
            <a:ext cx="3393731" cy="3271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9" name="Sous-titre 2">
            <a:extLst>
              <a:ext uri="{FF2B5EF4-FFF2-40B4-BE49-F238E27FC236}">
                <a16:creationId xmlns:a16="http://schemas.microsoft.com/office/drawing/2014/main" id="{3874483F-803D-E946-BBD3-3D4FD48C7C56}"/>
              </a:ext>
            </a:extLst>
          </p:cNvPr>
          <p:cNvSpPr txBox="1">
            <a:spLocks/>
          </p:cNvSpPr>
          <p:nvPr userDrawn="1"/>
        </p:nvSpPr>
        <p:spPr>
          <a:xfrm>
            <a:off x="7104112" y="1196752"/>
            <a:ext cx="3589473" cy="45021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30" name="Sous-titre 2">
            <a:extLst>
              <a:ext uri="{FF2B5EF4-FFF2-40B4-BE49-F238E27FC236}">
                <a16:creationId xmlns:a16="http://schemas.microsoft.com/office/drawing/2014/main" id="{7666F2AB-E372-B343-8D53-B05ECB64C50F}"/>
              </a:ext>
            </a:extLst>
          </p:cNvPr>
          <p:cNvSpPr txBox="1">
            <a:spLocks/>
          </p:cNvSpPr>
          <p:nvPr userDrawn="1"/>
        </p:nvSpPr>
        <p:spPr>
          <a:xfrm>
            <a:off x="7104112" y="1196753"/>
            <a:ext cx="3589473" cy="50689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367E9C1-9AC7-734C-AC79-208C481E558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132638" y="1162051"/>
            <a:ext cx="3565525" cy="5415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Partie 2</a:t>
            </a:r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063C821E-C666-4306-9360-65786EF532D6}"/>
              </a:ext>
            </a:extLst>
          </p:cNvPr>
          <p:cNvCxnSpPr>
            <a:cxnSpLocks/>
          </p:cNvCxnSpPr>
          <p:nvPr userDrawn="1"/>
        </p:nvCxnSpPr>
        <p:spPr>
          <a:xfrm>
            <a:off x="2371405" y="1788553"/>
            <a:ext cx="3844837" cy="0"/>
          </a:xfrm>
          <a:prstGeom prst="line">
            <a:avLst/>
          </a:prstGeom>
          <a:ln w="3175">
            <a:solidFill>
              <a:schemeClr val="bg1">
                <a:alpha val="6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space réservé du texte 52">
            <a:extLst>
              <a:ext uri="{FF2B5EF4-FFF2-40B4-BE49-F238E27FC236}">
                <a16:creationId xmlns:a16="http://schemas.microsoft.com/office/drawing/2014/main" id="{8F06DA42-2518-440E-875C-D19474DBA34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913418" y="2931227"/>
            <a:ext cx="691777" cy="3060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Segoe UI Light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sz="1600" dirty="0"/>
              <a:t>00</a:t>
            </a:r>
            <a:endParaRPr lang="fr-FR" dirty="0"/>
          </a:p>
        </p:txBody>
      </p:sp>
      <p:sp>
        <p:nvSpPr>
          <p:cNvPr id="22" name="Espace réservé du texte 52">
            <a:extLst>
              <a:ext uri="{FF2B5EF4-FFF2-40B4-BE49-F238E27FC236}">
                <a16:creationId xmlns:a16="http://schemas.microsoft.com/office/drawing/2014/main" id="{F8AD693A-CB5D-4B80-9CB5-3052774A1159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71405" y="2919700"/>
            <a:ext cx="3393731" cy="3271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Espace réservé du texte 52">
            <a:extLst>
              <a:ext uri="{FF2B5EF4-FFF2-40B4-BE49-F238E27FC236}">
                <a16:creationId xmlns:a16="http://schemas.microsoft.com/office/drawing/2014/main" id="{E83AFF82-492F-41E1-B92A-96A36422EB1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646125" y="2921622"/>
            <a:ext cx="691777" cy="3156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Segoe UI Light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00</a:t>
            </a:r>
          </a:p>
        </p:txBody>
      </p:sp>
      <p:sp>
        <p:nvSpPr>
          <p:cNvPr id="25" name="Espace réservé du texte 52">
            <a:extLst>
              <a:ext uri="{FF2B5EF4-FFF2-40B4-BE49-F238E27FC236}">
                <a16:creationId xmlns:a16="http://schemas.microsoft.com/office/drawing/2014/main" id="{2F338F15-BB43-47E2-B73F-952BEF4F0FA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104112" y="2910095"/>
            <a:ext cx="3393731" cy="3271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1" name="Espace réservé du texte 52">
            <a:extLst>
              <a:ext uri="{FF2B5EF4-FFF2-40B4-BE49-F238E27FC236}">
                <a16:creationId xmlns:a16="http://schemas.microsoft.com/office/drawing/2014/main" id="{94F97CE5-1FF8-4AE4-AA48-AD307B5D9FB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913418" y="3396313"/>
            <a:ext cx="691777" cy="3060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Segoe UI Light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sz="1600" dirty="0"/>
              <a:t>00</a:t>
            </a:r>
            <a:endParaRPr lang="fr-FR" dirty="0"/>
          </a:p>
        </p:txBody>
      </p:sp>
      <p:sp>
        <p:nvSpPr>
          <p:cNvPr id="32" name="Espace réservé du texte 52">
            <a:extLst>
              <a:ext uri="{FF2B5EF4-FFF2-40B4-BE49-F238E27FC236}">
                <a16:creationId xmlns:a16="http://schemas.microsoft.com/office/drawing/2014/main" id="{4F402058-EF3A-4BDA-B0B4-9BEC0EA383AD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2371405" y="3384786"/>
            <a:ext cx="3393731" cy="3271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3" name="Espace réservé du texte 52">
            <a:extLst>
              <a:ext uri="{FF2B5EF4-FFF2-40B4-BE49-F238E27FC236}">
                <a16:creationId xmlns:a16="http://schemas.microsoft.com/office/drawing/2014/main" id="{20F68A8C-5881-4E9B-A166-2ADFC529B0B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46125" y="3386708"/>
            <a:ext cx="691777" cy="3156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Segoe UI Light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00</a:t>
            </a:r>
          </a:p>
        </p:txBody>
      </p:sp>
      <p:sp>
        <p:nvSpPr>
          <p:cNvPr id="34" name="Espace réservé du texte 52">
            <a:extLst>
              <a:ext uri="{FF2B5EF4-FFF2-40B4-BE49-F238E27FC236}">
                <a16:creationId xmlns:a16="http://schemas.microsoft.com/office/drawing/2014/main" id="{F0B87A2C-EF77-4C2B-8698-612ED9470E8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104112" y="3375181"/>
            <a:ext cx="3393731" cy="3271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5" name="Espace réservé du texte 52">
            <a:extLst>
              <a:ext uri="{FF2B5EF4-FFF2-40B4-BE49-F238E27FC236}">
                <a16:creationId xmlns:a16="http://schemas.microsoft.com/office/drawing/2014/main" id="{2D750DE7-0C62-477F-9EE6-278373AAD20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13418" y="3940776"/>
            <a:ext cx="691777" cy="3060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Segoe UI Light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sz="1600" dirty="0"/>
              <a:t>000</a:t>
            </a:r>
            <a:endParaRPr lang="fr-FR" dirty="0"/>
          </a:p>
        </p:txBody>
      </p:sp>
      <p:sp>
        <p:nvSpPr>
          <p:cNvPr id="36" name="Espace réservé du texte 52">
            <a:extLst>
              <a:ext uri="{FF2B5EF4-FFF2-40B4-BE49-F238E27FC236}">
                <a16:creationId xmlns:a16="http://schemas.microsoft.com/office/drawing/2014/main" id="{28B3A383-0CDC-4FD2-B10C-32D2F966BF60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2371405" y="3929249"/>
            <a:ext cx="3393731" cy="3271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7" name="Espace réservé du texte 52">
            <a:extLst>
              <a:ext uri="{FF2B5EF4-FFF2-40B4-BE49-F238E27FC236}">
                <a16:creationId xmlns:a16="http://schemas.microsoft.com/office/drawing/2014/main" id="{618A50AD-E11B-4DAC-A1D8-D56C08A8810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46125" y="3931171"/>
            <a:ext cx="691777" cy="3156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Segoe UI Light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00</a:t>
            </a:r>
          </a:p>
        </p:txBody>
      </p:sp>
      <p:sp>
        <p:nvSpPr>
          <p:cNvPr id="38" name="Espace réservé du texte 52">
            <a:extLst>
              <a:ext uri="{FF2B5EF4-FFF2-40B4-BE49-F238E27FC236}">
                <a16:creationId xmlns:a16="http://schemas.microsoft.com/office/drawing/2014/main" id="{BFE8F230-7FF4-459D-A0F1-BED93366B666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104112" y="3919644"/>
            <a:ext cx="3393731" cy="3271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9" name="Espace réservé du texte 52">
            <a:extLst>
              <a:ext uri="{FF2B5EF4-FFF2-40B4-BE49-F238E27FC236}">
                <a16:creationId xmlns:a16="http://schemas.microsoft.com/office/drawing/2014/main" id="{0AA04400-E9DA-4341-B7AF-1135333A81DD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913418" y="4475634"/>
            <a:ext cx="691777" cy="3060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Segoe UI Light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sz="1600" dirty="0"/>
              <a:t>00</a:t>
            </a:r>
            <a:endParaRPr lang="fr-FR" dirty="0"/>
          </a:p>
        </p:txBody>
      </p:sp>
      <p:sp>
        <p:nvSpPr>
          <p:cNvPr id="40" name="Espace réservé du texte 52">
            <a:extLst>
              <a:ext uri="{FF2B5EF4-FFF2-40B4-BE49-F238E27FC236}">
                <a16:creationId xmlns:a16="http://schemas.microsoft.com/office/drawing/2014/main" id="{E479FFF2-6AAC-4F4F-8D96-68C0117DE4D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2371405" y="4464107"/>
            <a:ext cx="3393731" cy="3271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1" name="Espace réservé du texte 52">
            <a:extLst>
              <a:ext uri="{FF2B5EF4-FFF2-40B4-BE49-F238E27FC236}">
                <a16:creationId xmlns:a16="http://schemas.microsoft.com/office/drawing/2014/main" id="{9D002AD5-B120-4D87-8F3D-17F713765F7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46125" y="4466029"/>
            <a:ext cx="691777" cy="3156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Segoe UI Light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00</a:t>
            </a:r>
          </a:p>
        </p:txBody>
      </p:sp>
      <p:sp>
        <p:nvSpPr>
          <p:cNvPr id="42" name="Espace réservé du texte 52">
            <a:extLst>
              <a:ext uri="{FF2B5EF4-FFF2-40B4-BE49-F238E27FC236}">
                <a16:creationId xmlns:a16="http://schemas.microsoft.com/office/drawing/2014/main" id="{733DD7E3-210A-441F-9967-5C9A66BB942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104112" y="4454502"/>
            <a:ext cx="3393731" cy="3271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6209FB04-AC6C-4528-9D0F-575855F41EC0}"/>
              </a:ext>
            </a:extLst>
          </p:cNvPr>
          <p:cNvCxnSpPr>
            <a:cxnSpLocks/>
          </p:cNvCxnSpPr>
          <p:nvPr userDrawn="1"/>
        </p:nvCxnSpPr>
        <p:spPr>
          <a:xfrm>
            <a:off x="7104112" y="1788553"/>
            <a:ext cx="3844837" cy="0"/>
          </a:xfrm>
          <a:prstGeom prst="line">
            <a:avLst/>
          </a:prstGeom>
          <a:ln w="3175">
            <a:solidFill>
              <a:schemeClr val="bg1">
                <a:alpha val="6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6733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 4 INFOS+ 4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 : avec coins arrondis en diagonale 31">
            <a:extLst>
              <a:ext uri="{FF2B5EF4-FFF2-40B4-BE49-F238E27FC236}">
                <a16:creationId xmlns:a16="http://schemas.microsoft.com/office/drawing/2014/main" id="{6246FAC3-C0F9-5C46-94A6-97A12E250497}"/>
              </a:ext>
            </a:extLst>
          </p:cNvPr>
          <p:cNvSpPr/>
          <p:nvPr userDrawn="1"/>
        </p:nvSpPr>
        <p:spPr>
          <a:xfrm>
            <a:off x="662906" y="5936542"/>
            <a:ext cx="3353836" cy="532262"/>
          </a:xfrm>
          <a:prstGeom prst="round2DiagRect">
            <a:avLst/>
          </a:prstGeom>
          <a:solidFill>
            <a:srgbClr val="E2E3E3"/>
          </a:solidFill>
          <a:ln>
            <a:gradFill>
              <a:gsLst>
                <a:gs pos="0">
                  <a:srgbClr val="FF00DB"/>
                </a:gs>
                <a:gs pos="40000">
                  <a:srgbClr val="FF008F"/>
                </a:gs>
                <a:gs pos="100000">
                  <a:srgbClr val="FF004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gradFill flip="none" rotWithShape="1">
                <a:gsLst>
                  <a:gs pos="0">
                    <a:srgbClr val="FF00E3"/>
                  </a:gs>
                  <a:gs pos="40000">
                    <a:srgbClr val="FF007D"/>
                  </a:gs>
                  <a:gs pos="100000">
                    <a:srgbClr val="FF0005"/>
                  </a:gs>
                </a:gsLst>
                <a:lin ang="18900000" scaled="1"/>
                <a:tileRect/>
              </a:gradFill>
            </a:endParaRPr>
          </a:p>
        </p:txBody>
      </p:sp>
      <p:sp>
        <p:nvSpPr>
          <p:cNvPr id="33" name="Rectangle : avec coins arrondis en diagonale 32">
            <a:extLst>
              <a:ext uri="{FF2B5EF4-FFF2-40B4-BE49-F238E27FC236}">
                <a16:creationId xmlns:a16="http://schemas.microsoft.com/office/drawing/2014/main" id="{ADA84D0C-E822-3F48-AC59-60CF6E1978B4}"/>
              </a:ext>
            </a:extLst>
          </p:cNvPr>
          <p:cNvSpPr/>
          <p:nvPr userDrawn="1"/>
        </p:nvSpPr>
        <p:spPr>
          <a:xfrm>
            <a:off x="731146" y="3323069"/>
            <a:ext cx="3353836" cy="532262"/>
          </a:xfrm>
          <a:prstGeom prst="round2DiagRect">
            <a:avLst/>
          </a:prstGeom>
          <a:solidFill>
            <a:srgbClr val="E2E3E3"/>
          </a:solidFill>
          <a:ln>
            <a:gradFill>
              <a:gsLst>
                <a:gs pos="0">
                  <a:srgbClr val="FF00DB"/>
                </a:gs>
                <a:gs pos="40000">
                  <a:srgbClr val="FF008F"/>
                </a:gs>
                <a:gs pos="100000">
                  <a:srgbClr val="FF004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gradFill flip="none" rotWithShape="1">
                <a:gsLst>
                  <a:gs pos="0">
                    <a:srgbClr val="FF00E3"/>
                  </a:gs>
                  <a:gs pos="40000">
                    <a:srgbClr val="FF007D"/>
                  </a:gs>
                  <a:gs pos="100000">
                    <a:srgbClr val="FF0005"/>
                  </a:gs>
                </a:gsLst>
                <a:lin ang="18900000" scaled="1"/>
                <a:tileRect/>
              </a:gradFill>
            </a:endParaRPr>
          </a:p>
        </p:txBody>
      </p:sp>
      <p:sp>
        <p:nvSpPr>
          <p:cNvPr id="53" name="Espace réservé du texte 52">
            <a:extLst>
              <a:ext uri="{FF2B5EF4-FFF2-40B4-BE49-F238E27FC236}">
                <a16:creationId xmlns:a16="http://schemas.microsoft.com/office/drawing/2014/main" id="{34963B13-2739-8C40-8AFA-4EA7641E5B9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27025" y="355221"/>
            <a:ext cx="9909175" cy="9413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gradFill flip="none" rotWithShape="1">
                  <a:gsLst>
                    <a:gs pos="0">
                      <a:srgbClr val="FF00DB"/>
                    </a:gs>
                    <a:gs pos="37000">
                      <a:srgbClr val="FF0080"/>
                    </a:gs>
                    <a:gs pos="100000">
                      <a:srgbClr val="FF0042"/>
                    </a:gs>
                  </a:gsLst>
                  <a:lin ang="18900000" scaled="1"/>
                  <a:tileRect/>
                </a:gra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4" name="Espace réservé du texte 52">
            <a:extLst>
              <a:ext uri="{FF2B5EF4-FFF2-40B4-BE49-F238E27FC236}">
                <a16:creationId xmlns:a16="http://schemas.microsoft.com/office/drawing/2014/main" id="{A2D91917-AA53-454F-93AA-68C4097B07E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5890" y="3452526"/>
            <a:ext cx="3619633" cy="3142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 i="0">
                <a:solidFill>
                  <a:srgbClr val="5F6A72"/>
                </a:solidFill>
                <a:latin typeface="Segoe UI Semibold" panose="020B0502040204020203" pitchFamily="34" charset="0"/>
                <a:ea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5" name="Espace réservé du texte 52">
            <a:extLst>
              <a:ext uri="{FF2B5EF4-FFF2-40B4-BE49-F238E27FC236}">
                <a16:creationId xmlns:a16="http://schemas.microsoft.com/office/drawing/2014/main" id="{8CDE022B-1C83-9340-92B9-6837749DB7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95400" y="6093296"/>
            <a:ext cx="3619633" cy="3142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 i="0">
                <a:solidFill>
                  <a:srgbClr val="5F6A72"/>
                </a:solidFill>
                <a:latin typeface="Segoe UI Semibold" panose="020B0502040204020203" pitchFamily="34" charset="0"/>
                <a:ea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9" name="Espace réservé de la date 3">
            <a:extLst>
              <a:ext uri="{FF2B5EF4-FFF2-40B4-BE49-F238E27FC236}">
                <a16:creationId xmlns:a16="http://schemas.microsoft.com/office/drawing/2014/main" id="{BDA70BEC-1302-B743-87EE-762F870FB8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8940" y="6551938"/>
            <a:ext cx="2646381" cy="306062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0A9B2A82-ED00-DE47-98EF-F3B3685B1BAA}" type="datetimeFigureOut">
              <a:rPr lang="fr-FR" smtClean="0"/>
              <a:pPr/>
              <a:t>18/08/2026</a:t>
            </a:fld>
            <a:endParaRPr lang="fr-FR" dirty="0"/>
          </a:p>
        </p:txBody>
      </p:sp>
      <p:sp>
        <p:nvSpPr>
          <p:cNvPr id="60" name="Espace réservé du pied de page 4">
            <a:extLst>
              <a:ext uri="{FF2B5EF4-FFF2-40B4-BE49-F238E27FC236}">
                <a16:creationId xmlns:a16="http://schemas.microsoft.com/office/drawing/2014/main" id="{188E3A0B-DDD0-B449-8B49-C0F6EC2D4D2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022899" y="6540649"/>
            <a:ext cx="7810052" cy="306062"/>
          </a:xfrm>
          <a:prstGeom prst="rect">
            <a:avLst/>
          </a:prstGeom>
        </p:spPr>
        <p:txBody>
          <a:bodyPr/>
          <a:lstStyle>
            <a:lvl1pPr algn="ctr">
              <a:defRPr sz="1000" b="0" i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61" name="Espace réservé du numéro de diapositive 5">
            <a:extLst>
              <a:ext uri="{FF2B5EF4-FFF2-40B4-BE49-F238E27FC236}">
                <a16:creationId xmlns:a16="http://schemas.microsoft.com/office/drawing/2014/main" id="{C5D79E39-3B90-834D-BD5E-3108479CE84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51285" y="6551938"/>
            <a:ext cx="1043160" cy="306062"/>
          </a:xfrm>
          <a:prstGeom prst="rect">
            <a:avLst/>
          </a:prstGeom>
        </p:spPr>
        <p:txBody>
          <a:bodyPr/>
          <a:lstStyle>
            <a:lvl1pPr algn="r">
              <a:defRPr sz="1000" b="0" i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F6BA88AF-DBE7-D24B-8E1A-3AD6DCE18CBF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37" name="Rectangle : avec coins arrondis en diagonale 36">
            <a:extLst>
              <a:ext uri="{FF2B5EF4-FFF2-40B4-BE49-F238E27FC236}">
                <a16:creationId xmlns:a16="http://schemas.microsoft.com/office/drawing/2014/main" id="{AEB60ED1-F4D0-447F-8BA8-875D5C3D3B67}"/>
              </a:ext>
            </a:extLst>
          </p:cNvPr>
          <p:cNvSpPr/>
          <p:nvPr userDrawn="1"/>
        </p:nvSpPr>
        <p:spPr>
          <a:xfrm>
            <a:off x="7935804" y="5936542"/>
            <a:ext cx="3353836" cy="532262"/>
          </a:xfrm>
          <a:prstGeom prst="round2DiagRect">
            <a:avLst/>
          </a:prstGeom>
          <a:solidFill>
            <a:srgbClr val="E2E3E3"/>
          </a:solidFill>
          <a:ln>
            <a:gradFill>
              <a:gsLst>
                <a:gs pos="0">
                  <a:srgbClr val="FF00DB"/>
                </a:gs>
                <a:gs pos="40000">
                  <a:srgbClr val="FF008F"/>
                </a:gs>
                <a:gs pos="100000">
                  <a:srgbClr val="FF004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gradFill flip="none" rotWithShape="1">
                <a:gsLst>
                  <a:gs pos="0">
                    <a:srgbClr val="FF00E3"/>
                  </a:gs>
                  <a:gs pos="40000">
                    <a:srgbClr val="FF007D"/>
                  </a:gs>
                  <a:gs pos="100000">
                    <a:srgbClr val="FF0005"/>
                  </a:gs>
                </a:gsLst>
                <a:lin ang="18900000" scaled="1"/>
                <a:tileRect/>
              </a:gradFill>
            </a:endParaRPr>
          </a:p>
        </p:txBody>
      </p:sp>
      <p:sp>
        <p:nvSpPr>
          <p:cNvPr id="38" name="Rectangle : avec coins arrondis en diagonale 37">
            <a:extLst>
              <a:ext uri="{FF2B5EF4-FFF2-40B4-BE49-F238E27FC236}">
                <a16:creationId xmlns:a16="http://schemas.microsoft.com/office/drawing/2014/main" id="{48B0DEBF-56CB-4F3E-85B5-E94EE3DF9BF9}"/>
              </a:ext>
            </a:extLst>
          </p:cNvPr>
          <p:cNvSpPr/>
          <p:nvPr userDrawn="1"/>
        </p:nvSpPr>
        <p:spPr>
          <a:xfrm>
            <a:off x="8004044" y="3323069"/>
            <a:ext cx="3353836" cy="532262"/>
          </a:xfrm>
          <a:prstGeom prst="round2DiagRect">
            <a:avLst/>
          </a:prstGeom>
          <a:solidFill>
            <a:srgbClr val="E2E3E3"/>
          </a:solidFill>
          <a:ln>
            <a:gradFill>
              <a:gsLst>
                <a:gs pos="0">
                  <a:srgbClr val="FF00DB"/>
                </a:gs>
                <a:gs pos="40000">
                  <a:srgbClr val="FF008F"/>
                </a:gs>
                <a:gs pos="100000">
                  <a:srgbClr val="FF004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gradFill flip="none" rotWithShape="1">
                <a:gsLst>
                  <a:gs pos="0">
                    <a:srgbClr val="FF00E3"/>
                  </a:gs>
                  <a:gs pos="40000">
                    <a:srgbClr val="FF007D"/>
                  </a:gs>
                  <a:gs pos="100000">
                    <a:srgbClr val="FF0005"/>
                  </a:gs>
                </a:gsLst>
                <a:lin ang="18900000" scaled="1"/>
                <a:tileRect/>
              </a:gradFill>
            </a:endParaRPr>
          </a:p>
        </p:txBody>
      </p:sp>
      <p:sp>
        <p:nvSpPr>
          <p:cNvPr id="39" name="Espace réservé du texte 52">
            <a:extLst>
              <a:ext uri="{FF2B5EF4-FFF2-40B4-BE49-F238E27FC236}">
                <a16:creationId xmlns:a16="http://schemas.microsoft.com/office/drawing/2014/main" id="{B41333F4-F05E-470E-8C45-325767F9B7D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088788" y="3452526"/>
            <a:ext cx="3619633" cy="3142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 i="0">
                <a:solidFill>
                  <a:srgbClr val="5F6A72"/>
                </a:solidFill>
                <a:latin typeface="Segoe UI Semibold" panose="020B0502040204020203" pitchFamily="34" charset="0"/>
                <a:ea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0" name="Espace réservé du texte 52">
            <a:extLst>
              <a:ext uri="{FF2B5EF4-FFF2-40B4-BE49-F238E27FC236}">
                <a16:creationId xmlns:a16="http://schemas.microsoft.com/office/drawing/2014/main" id="{016B6D74-BE27-4D6C-AA63-8F8ED5B5C62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968298" y="6093296"/>
            <a:ext cx="3619633" cy="3142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 i="0">
                <a:solidFill>
                  <a:srgbClr val="5F6A72"/>
                </a:solidFill>
                <a:latin typeface="Segoe UI Semibold" panose="020B0502040204020203" pitchFamily="34" charset="0"/>
                <a:ea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BE6BC4B1-20A0-4F72-BACE-3A27BC214F79}"/>
              </a:ext>
            </a:extLst>
          </p:cNvPr>
          <p:cNvSpPr/>
          <p:nvPr userDrawn="1"/>
        </p:nvSpPr>
        <p:spPr>
          <a:xfrm>
            <a:off x="4315033" y="1853369"/>
            <a:ext cx="3471661" cy="3471661"/>
          </a:xfrm>
          <a:prstGeom prst="ellipse">
            <a:avLst/>
          </a:prstGeom>
          <a:gradFill flip="none" rotWithShape="1">
            <a:gsLst>
              <a:gs pos="0">
                <a:srgbClr val="FF00DB"/>
              </a:gs>
              <a:gs pos="40000">
                <a:srgbClr val="FF008F"/>
              </a:gs>
              <a:gs pos="91000">
                <a:srgbClr val="FF00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5F6A72"/>
              </a:solidFill>
            </a:endParaRPr>
          </a:p>
        </p:txBody>
      </p:sp>
      <p:sp>
        <p:nvSpPr>
          <p:cNvPr id="44" name="Espace réservé du texte 52">
            <a:extLst>
              <a:ext uri="{FF2B5EF4-FFF2-40B4-BE49-F238E27FC236}">
                <a16:creationId xmlns:a16="http://schemas.microsoft.com/office/drawing/2014/main" id="{4D41F7E8-7810-4428-95B8-8CA7F7DBCFA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32953" y="3070697"/>
            <a:ext cx="3035819" cy="9413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Cliquez pour ajouter du texte</a:t>
            </a:r>
          </a:p>
        </p:txBody>
      </p:sp>
      <p:sp>
        <p:nvSpPr>
          <p:cNvPr id="21" name="Espace réservé pour une image  5">
            <a:extLst>
              <a:ext uri="{FF2B5EF4-FFF2-40B4-BE49-F238E27FC236}">
                <a16:creationId xmlns:a16="http://schemas.microsoft.com/office/drawing/2014/main" id="{2ACA342B-13CE-4578-B28A-072BD86D0ED0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26727" y="1453363"/>
            <a:ext cx="3450637" cy="1811867"/>
          </a:xfrm>
          <a:prstGeom prst="roundRect">
            <a:avLst/>
          </a:prstGeom>
          <a:ln w="19050">
            <a:noFill/>
          </a:ln>
        </p:spPr>
        <p:txBody>
          <a:bodyPr/>
          <a:lstStyle>
            <a:lvl1pPr>
              <a:defRPr sz="1600">
                <a:solidFill>
                  <a:srgbClr val="5F6A7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Cliquez pour insérer une image</a:t>
            </a:r>
          </a:p>
        </p:txBody>
      </p:sp>
      <p:sp>
        <p:nvSpPr>
          <p:cNvPr id="22" name="Espace réservé pour une image  5">
            <a:extLst>
              <a:ext uri="{FF2B5EF4-FFF2-40B4-BE49-F238E27FC236}">
                <a16:creationId xmlns:a16="http://schemas.microsoft.com/office/drawing/2014/main" id="{DF25501F-B39F-4FE2-8BE0-F49D19C07CB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726727" y="4012085"/>
            <a:ext cx="3450637" cy="1811867"/>
          </a:xfrm>
          <a:prstGeom prst="roundRect">
            <a:avLst/>
          </a:prstGeom>
          <a:ln w="19050">
            <a:noFill/>
          </a:ln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>
                <a:solidFill>
                  <a:srgbClr val="5F6A7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dirty="0"/>
              <a:t>Cliquez pour insérer une image</a:t>
            </a:r>
          </a:p>
          <a:p>
            <a:endParaRPr lang="fr-FR" dirty="0"/>
          </a:p>
        </p:txBody>
      </p:sp>
      <p:sp>
        <p:nvSpPr>
          <p:cNvPr id="23" name="Espace réservé pour une image  5">
            <a:extLst>
              <a:ext uri="{FF2B5EF4-FFF2-40B4-BE49-F238E27FC236}">
                <a16:creationId xmlns:a16="http://schemas.microsoft.com/office/drawing/2014/main" id="{52FBCF52-BC45-4127-BBD7-39F0C88176FB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7999625" y="1453363"/>
            <a:ext cx="3450637" cy="1811867"/>
          </a:xfrm>
          <a:prstGeom prst="roundRect">
            <a:avLst/>
          </a:prstGeom>
          <a:ln w="19050">
            <a:noFill/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rgbClr val="5F6A7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dirty="0"/>
              <a:t>Cliquez pour insérer une image</a:t>
            </a:r>
          </a:p>
          <a:p>
            <a:endParaRPr lang="fr-FR" dirty="0"/>
          </a:p>
        </p:txBody>
      </p:sp>
      <p:sp>
        <p:nvSpPr>
          <p:cNvPr id="24" name="Espace réservé pour une image  5">
            <a:extLst>
              <a:ext uri="{FF2B5EF4-FFF2-40B4-BE49-F238E27FC236}">
                <a16:creationId xmlns:a16="http://schemas.microsoft.com/office/drawing/2014/main" id="{E0FB48D3-7636-420E-B5E0-132B8A3AC350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7999625" y="4012085"/>
            <a:ext cx="3450637" cy="1811867"/>
          </a:xfrm>
          <a:prstGeom prst="roundRect">
            <a:avLst/>
          </a:prstGeom>
          <a:ln w="19050">
            <a:noFill/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rgbClr val="5F6A7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dirty="0"/>
              <a:t>Cliquez pour insérer une image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14434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 3 INFOS/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DD1F124-57D9-4BD7-B159-49DA40ED52D7}"/>
              </a:ext>
            </a:extLst>
          </p:cNvPr>
          <p:cNvSpPr/>
          <p:nvPr userDrawn="1"/>
        </p:nvSpPr>
        <p:spPr>
          <a:xfrm>
            <a:off x="0" y="3611965"/>
            <a:ext cx="12192000" cy="3246035"/>
          </a:xfrm>
          <a:prstGeom prst="rect">
            <a:avLst/>
          </a:prstGeom>
          <a:solidFill>
            <a:srgbClr val="A3A9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C7EE33EF-5C1F-8D4C-9347-D18AA8211C20}"/>
              </a:ext>
            </a:extLst>
          </p:cNvPr>
          <p:cNvSpPr/>
          <p:nvPr userDrawn="1"/>
        </p:nvSpPr>
        <p:spPr>
          <a:xfrm>
            <a:off x="1463310" y="1349135"/>
            <a:ext cx="3002508" cy="3390480"/>
          </a:xfrm>
          <a:prstGeom prst="round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FF00E3"/>
              </a:highlight>
            </a:endParaRP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7C70049B-F44D-8443-A51F-5C866C90A842}"/>
              </a:ext>
            </a:extLst>
          </p:cNvPr>
          <p:cNvSpPr/>
          <p:nvPr userDrawn="1"/>
        </p:nvSpPr>
        <p:spPr>
          <a:xfrm>
            <a:off x="4634795" y="1346438"/>
            <a:ext cx="2997304" cy="3393176"/>
          </a:xfrm>
          <a:prstGeom prst="round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2CF70006-ED5F-9B4D-8FF9-03A8C8750542}"/>
              </a:ext>
            </a:extLst>
          </p:cNvPr>
          <p:cNvSpPr/>
          <p:nvPr userDrawn="1"/>
        </p:nvSpPr>
        <p:spPr>
          <a:xfrm>
            <a:off x="7816794" y="1352422"/>
            <a:ext cx="3016157" cy="3393176"/>
          </a:xfrm>
          <a:prstGeom prst="round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0" name="Espace réservé du texte 52">
            <a:extLst>
              <a:ext uri="{FF2B5EF4-FFF2-40B4-BE49-F238E27FC236}">
                <a16:creationId xmlns:a16="http://schemas.microsoft.com/office/drawing/2014/main" id="{4D412BE8-A765-304D-AA1B-86DDD292B397}"/>
              </a:ext>
            </a:extLst>
          </p:cNvPr>
          <p:cNvSpPr>
            <a:spLocks noGrp="1"/>
          </p:cNvSpPr>
          <p:nvPr userDrawn="1">
            <p:ph type="body" sz="quarter" idx="23"/>
          </p:nvPr>
        </p:nvSpPr>
        <p:spPr>
          <a:xfrm>
            <a:off x="1387205" y="5931249"/>
            <a:ext cx="9417590" cy="4712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2" name="Espace réservé du texte 52">
            <a:extLst>
              <a:ext uri="{FF2B5EF4-FFF2-40B4-BE49-F238E27FC236}">
                <a16:creationId xmlns:a16="http://schemas.microsoft.com/office/drawing/2014/main" id="{53F7749F-12A5-2444-A8AE-0645D9B343FE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1631645" y="1770822"/>
            <a:ext cx="2656751" cy="6974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Modifier les styles </a:t>
            </a:r>
            <a:br>
              <a:rPr lang="fr-FR" dirty="0"/>
            </a:br>
            <a:r>
              <a:rPr lang="fr-FR" dirty="0"/>
              <a:t>du texte du masque</a:t>
            </a:r>
          </a:p>
        </p:txBody>
      </p:sp>
      <p:sp>
        <p:nvSpPr>
          <p:cNvPr id="53" name="Espace réservé du texte 52">
            <a:extLst>
              <a:ext uri="{FF2B5EF4-FFF2-40B4-BE49-F238E27FC236}">
                <a16:creationId xmlns:a16="http://schemas.microsoft.com/office/drawing/2014/main" id="{A2B6E267-7F76-F44E-9E13-328DB9748D2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631645" y="2634918"/>
            <a:ext cx="2656751" cy="9115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Modifier les styles </a:t>
            </a:r>
            <a:br>
              <a:rPr lang="fr-FR" dirty="0"/>
            </a:br>
            <a:r>
              <a:rPr lang="fr-FR" dirty="0"/>
              <a:t>du texte du masque</a:t>
            </a:r>
          </a:p>
        </p:txBody>
      </p:sp>
      <p:sp>
        <p:nvSpPr>
          <p:cNvPr id="55" name="Espace réservé du texte 52">
            <a:extLst>
              <a:ext uri="{FF2B5EF4-FFF2-40B4-BE49-F238E27FC236}">
                <a16:creationId xmlns:a16="http://schemas.microsoft.com/office/drawing/2014/main" id="{41148A60-8861-5840-9804-7511E1AEBFD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13645" y="1770822"/>
            <a:ext cx="2656751" cy="6974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Modifier les styles </a:t>
            </a:r>
            <a:br>
              <a:rPr lang="fr-FR" dirty="0"/>
            </a:br>
            <a:r>
              <a:rPr lang="fr-FR" dirty="0"/>
              <a:t>du texte du masque</a:t>
            </a:r>
          </a:p>
        </p:txBody>
      </p:sp>
      <p:sp>
        <p:nvSpPr>
          <p:cNvPr id="56" name="Espace réservé du texte 52">
            <a:extLst>
              <a:ext uri="{FF2B5EF4-FFF2-40B4-BE49-F238E27FC236}">
                <a16:creationId xmlns:a16="http://schemas.microsoft.com/office/drawing/2014/main" id="{C55C601D-DA4A-5C48-8E84-D9F22EA3113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13645" y="2638688"/>
            <a:ext cx="2656751" cy="9115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Modifier les styles </a:t>
            </a:r>
            <a:br>
              <a:rPr lang="fr-FR" dirty="0"/>
            </a:br>
            <a:r>
              <a:rPr lang="fr-FR" dirty="0"/>
              <a:t>du texte du masque</a:t>
            </a:r>
          </a:p>
        </p:txBody>
      </p:sp>
      <p:sp>
        <p:nvSpPr>
          <p:cNvPr id="57" name="Espace réservé du texte 52">
            <a:extLst>
              <a:ext uri="{FF2B5EF4-FFF2-40B4-BE49-F238E27FC236}">
                <a16:creationId xmlns:a16="http://schemas.microsoft.com/office/drawing/2014/main" id="{855DD60A-0958-CC44-AD71-FE7A8642D50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040357" y="1770822"/>
            <a:ext cx="2656751" cy="6974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Modifier les styles </a:t>
            </a:r>
            <a:br>
              <a:rPr lang="fr-FR" dirty="0"/>
            </a:br>
            <a:r>
              <a:rPr lang="fr-FR" dirty="0"/>
              <a:t>du texte du masque</a:t>
            </a:r>
          </a:p>
        </p:txBody>
      </p:sp>
      <p:sp>
        <p:nvSpPr>
          <p:cNvPr id="58" name="Espace réservé du texte 52">
            <a:extLst>
              <a:ext uri="{FF2B5EF4-FFF2-40B4-BE49-F238E27FC236}">
                <a16:creationId xmlns:a16="http://schemas.microsoft.com/office/drawing/2014/main" id="{63FD0D13-8746-864A-B796-4B2A44154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040357" y="2665982"/>
            <a:ext cx="2656751" cy="8804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Modifier les styles </a:t>
            </a:r>
            <a:br>
              <a:rPr lang="fr-FR" dirty="0"/>
            </a:br>
            <a:r>
              <a:rPr lang="fr-FR" dirty="0"/>
              <a:t>du texte du masque</a:t>
            </a:r>
          </a:p>
        </p:txBody>
      </p:sp>
      <p:sp>
        <p:nvSpPr>
          <p:cNvPr id="59" name="Espace réservé de la date 3">
            <a:extLst>
              <a:ext uri="{FF2B5EF4-FFF2-40B4-BE49-F238E27FC236}">
                <a16:creationId xmlns:a16="http://schemas.microsoft.com/office/drawing/2014/main" id="{0307B643-0697-DA41-AB77-F6CBA387FC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8940" y="6551938"/>
            <a:ext cx="2646381" cy="306062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0A9B2A82-ED00-DE47-98EF-F3B3685B1BAA}" type="datetimeFigureOut">
              <a:rPr lang="fr-FR" smtClean="0"/>
              <a:pPr/>
              <a:t>18/08/2026</a:t>
            </a:fld>
            <a:endParaRPr lang="fr-FR" dirty="0"/>
          </a:p>
        </p:txBody>
      </p:sp>
      <p:sp>
        <p:nvSpPr>
          <p:cNvPr id="60" name="Espace réservé du pied de page 4">
            <a:extLst>
              <a:ext uri="{FF2B5EF4-FFF2-40B4-BE49-F238E27FC236}">
                <a16:creationId xmlns:a16="http://schemas.microsoft.com/office/drawing/2014/main" id="{1F25F729-3D0D-7344-BB29-B1C1062540B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022899" y="6540649"/>
            <a:ext cx="7810052" cy="306062"/>
          </a:xfrm>
          <a:prstGeom prst="rect">
            <a:avLst/>
          </a:prstGeom>
        </p:spPr>
        <p:txBody>
          <a:bodyPr/>
          <a:lstStyle>
            <a:lvl1pPr algn="ctr">
              <a:defRPr sz="10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61" name="Espace réservé du numéro de diapositive 5">
            <a:extLst>
              <a:ext uri="{FF2B5EF4-FFF2-40B4-BE49-F238E27FC236}">
                <a16:creationId xmlns:a16="http://schemas.microsoft.com/office/drawing/2014/main" id="{E8B92722-1421-334B-87EC-6B4FD01822E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51285" y="6551938"/>
            <a:ext cx="1043160" cy="306062"/>
          </a:xfrm>
          <a:prstGeom prst="rect">
            <a:avLst/>
          </a:prstGeom>
        </p:spPr>
        <p:txBody>
          <a:bodyPr/>
          <a:lstStyle>
            <a:lvl1pPr algn="r">
              <a:defRPr sz="10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F6BA88AF-DBE7-D24B-8E1A-3AD6DCE18CBF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5" name="Espace réservé pour une image  5">
            <a:extLst>
              <a:ext uri="{FF2B5EF4-FFF2-40B4-BE49-F238E27FC236}">
                <a16:creationId xmlns:a16="http://schemas.microsoft.com/office/drawing/2014/main" id="{697CBE88-8216-4D1A-B4AC-A9EEA2DBB4D0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1447927" y="3195132"/>
            <a:ext cx="3016157" cy="2151972"/>
          </a:xfrm>
          <a:prstGeom prst="roundRect">
            <a:avLst/>
          </a:prstGeom>
          <a:ln w="19050">
            <a:noFill/>
          </a:ln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solidFill>
                  <a:srgbClr val="5F6A7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dirty="0"/>
              <a:t>Cliquez pour insérer une image</a:t>
            </a:r>
          </a:p>
          <a:p>
            <a:endParaRPr lang="fr-FR" dirty="0"/>
          </a:p>
        </p:txBody>
      </p:sp>
      <p:sp>
        <p:nvSpPr>
          <p:cNvPr id="26" name="Espace réservé pour une image  5">
            <a:extLst>
              <a:ext uri="{FF2B5EF4-FFF2-40B4-BE49-F238E27FC236}">
                <a16:creationId xmlns:a16="http://schemas.microsoft.com/office/drawing/2014/main" id="{D8F75B7A-37C1-43A1-BA26-8EDF46D13229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615942" y="3220812"/>
            <a:ext cx="3016157" cy="2151972"/>
          </a:xfrm>
          <a:prstGeom prst="roundRect">
            <a:avLst/>
          </a:prstGeom>
          <a:ln w="19050">
            <a:noFill/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rgbClr val="5F6A7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dirty="0"/>
              <a:t>Cliquez pour insérer une image</a:t>
            </a:r>
          </a:p>
          <a:p>
            <a:endParaRPr lang="fr-FR" dirty="0"/>
          </a:p>
        </p:txBody>
      </p:sp>
      <p:sp>
        <p:nvSpPr>
          <p:cNvPr id="27" name="Espace réservé pour une image  5">
            <a:extLst>
              <a:ext uri="{FF2B5EF4-FFF2-40B4-BE49-F238E27FC236}">
                <a16:creationId xmlns:a16="http://schemas.microsoft.com/office/drawing/2014/main" id="{F28494FE-6996-49EA-850A-2F0A2A78ADF9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7816793" y="3313764"/>
            <a:ext cx="3016157" cy="2151972"/>
          </a:xfrm>
          <a:prstGeom prst="roundRect">
            <a:avLst/>
          </a:prstGeom>
          <a:ln w="19050">
            <a:noFill/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rgbClr val="5F6A7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dirty="0"/>
              <a:t>Cliquez pour insérer une image</a:t>
            </a:r>
          </a:p>
          <a:p>
            <a:endParaRPr lang="fr-FR" dirty="0"/>
          </a:p>
        </p:txBody>
      </p:sp>
      <p:sp>
        <p:nvSpPr>
          <p:cNvPr id="28" name="Espace réservé du texte 52">
            <a:extLst>
              <a:ext uri="{FF2B5EF4-FFF2-40B4-BE49-F238E27FC236}">
                <a16:creationId xmlns:a16="http://schemas.microsoft.com/office/drawing/2014/main" id="{31EA623D-5410-4FC9-A315-1F9CB146CAE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27025" y="355221"/>
            <a:ext cx="9909175" cy="9413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gradFill flip="none" rotWithShape="1">
                  <a:gsLst>
                    <a:gs pos="0">
                      <a:srgbClr val="FF00DB"/>
                    </a:gs>
                    <a:gs pos="37000">
                      <a:srgbClr val="FF0080"/>
                    </a:gs>
                    <a:gs pos="100000">
                      <a:srgbClr val="FF0042"/>
                    </a:gs>
                  </a:gsLst>
                  <a:lin ang="18900000" scaled="1"/>
                  <a:tileRect/>
                </a:gra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014602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 2 TITRES/SOUSTIT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DAD528E-96B4-464A-BE80-71B5BD70DAC7}"/>
              </a:ext>
            </a:extLst>
          </p:cNvPr>
          <p:cNvSpPr/>
          <p:nvPr userDrawn="1"/>
        </p:nvSpPr>
        <p:spPr>
          <a:xfrm>
            <a:off x="0" y="3587807"/>
            <a:ext cx="12192000" cy="3246035"/>
          </a:xfrm>
          <a:prstGeom prst="rect">
            <a:avLst/>
          </a:prstGeom>
          <a:solidFill>
            <a:srgbClr val="A3A9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59" name="Espace réservé de la date 3">
            <a:extLst>
              <a:ext uri="{FF2B5EF4-FFF2-40B4-BE49-F238E27FC236}">
                <a16:creationId xmlns:a16="http://schemas.microsoft.com/office/drawing/2014/main" id="{0307B643-0697-DA41-AB77-F6CBA387FC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8940" y="6551938"/>
            <a:ext cx="2646381" cy="306062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0A9B2A82-ED00-DE47-98EF-F3B3685B1BAA}" type="datetimeFigureOut">
              <a:rPr lang="fr-FR" smtClean="0"/>
              <a:pPr/>
              <a:t>18/08/2026</a:t>
            </a:fld>
            <a:endParaRPr lang="fr-FR" dirty="0"/>
          </a:p>
        </p:txBody>
      </p:sp>
      <p:sp>
        <p:nvSpPr>
          <p:cNvPr id="60" name="Espace réservé du pied de page 4">
            <a:extLst>
              <a:ext uri="{FF2B5EF4-FFF2-40B4-BE49-F238E27FC236}">
                <a16:creationId xmlns:a16="http://schemas.microsoft.com/office/drawing/2014/main" id="{1F25F729-3D0D-7344-BB29-B1C1062540B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022899" y="6540649"/>
            <a:ext cx="7810052" cy="306062"/>
          </a:xfrm>
          <a:prstGeom prst="rect">
            <a:avLst/>
          </a:prstGeom>
        </p:spPr>
        <p:txBody>
          <a:bodyPr/>
          <a:lstStyle>
            <a:lvl1pPr algn="ctr">
              <a:defRPr sz="10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61" name="Espace réservé du numéro de diapositive 5">
            <a:extLst>
              <a:ext uri="{FF2B5EF4-FFF2-40B4-BE49-F238E27FC236}">
                <a16:creationId xmlns:a16="http://schemas.microsoft.com/office/drawing/2014/main" id="{E8B92722-1421-334B-87EC-6B4FD01822E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51285" y="6551938"/>
            <a:ext cx="1043160" cy="306062"/>
          </a:xfrm>
          <a:prstGeom prst="rect">
            <a:avLst/>
          </a:prstGeom>
        </p:spPr>
        <p:txBody>
          <a:bodyPr/>
          <a:lstStyle>
            <a:lvl1pPr algn="r">
              <a:defRPr sz="10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F6BA88AF-DBE7-D24B-8E1A-3AD6DCE18CBF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1" name="Espace réservé du texte 52">
            <a:extLst>
              <a:ext uri="{FF2B5EF4-FFF2-40B4-BE49-F238E27FC236}">
                <a16:creationId xmlns:a16="http://schemas.microsoft.com/office/drawing/2014/main" id="{EF46D7FF-042A-456B-BE4B-48A918D3AB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7024" y="1368855"/>
            <a:ext cx="3168651" cy="2884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Cliquez pour ajouter du texte</a:t>
            </a:r>
          </a:p>
        </p:txBody>
      </p:sp>
      <p:sp>
        <p:nvSpPr>
          <p:cNvPr id="24" name="Espace réservé du texte 52">
            <a:extLst>
              <a:ext uri="{FF2B5EF4-FFF2-40B4-BE49-F238E27FC236}">
                <a16:creationId xmlns:a16="http://schemas.microsoft.com/office/drawing/2014/main" id="{4AD61E2D-008F-466D-A6F1-7512DAFA3AE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7024" y="1816158"/>
            <a:ext cx="9909175" cy="16128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Cliquez pour ajouter du texte</a:t>
            </a:r>
          </a:p>
        </p:txBody>
      </p:sp>
      <p:sp>
        <p:nvSpPr>
          <p:cNvPr id="28" name="Espace réservé du texte 52">
            <a:extLst>
              <a:ext uri="{FF2B5EF4-FFF2-40B4-BE49-F238E27FC236}">
                <a16:creationId xmlns:a16="http://schemas.microsoft.com/office/drawing/2014/main" id="{C06F70E4-A005-48C8-89E4-EFF1496BCD2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2749" y="3968997"/>
            <a:ext cx="3397251" cy="2884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Cliquez pour ajouter du texte</a:t>
            </a:r>
          </a:p>
        </p:txBody>
      </p:sp>
      <p:sp>
        <p:nvSpPr>
          <p:cNvPr id="30" name="Espace réservé du texte 52">
            <a:extLst>
              <a:ext uri="{FF2B5EF4-FFF2-40B4-BE49-F238E27FC236}">
                <a16:creationId xmlns:a16="http://schemas.microsoft.com/office/drawing/2014/main" id="{ECEE9684-312E-4845-8970-08895960EDF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12749" y="4416300"/>
            <a:ext cx="9909175" cy="16128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Cliquez pour ajouter du texte</a:t>
            </a:r>
          </a:p>
        </p:txBody>
      </p:sp>
      <p:sp>
        <p:nvSpPr>
          <p:cNvPr id="11" name="Espace réservé du texte 52">
            <a:extLst>
              <a:ext uri="{FF2B5EF4-FFF2-40B4-BE49-F238E27FC236}">
                <a16:creationId xmlns:a16="http://schemas.microsoft.com/office/drawing/2014/main" id="{11DEAD81-77A6-4C66-8D9D-DF0E3E922E5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27025" y="355221"/>
            <a:ext cx="9909175" cy="6491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gradFill flip="none" rotWithShape="1">
                  <a:gsLst>
                    <a:gs pos="0">
                      <a:srgbClr val="FF00DB"/>
                    </a:gs>
                    <a:gs pos="37000">
                      <a:srgbClr val="FF0080"/>
                    </a:gs>
                    <a:gs pos="100000">
                      <a:srgbClr val="FF0042"/>
                    </a:gs>
                  </a:gsLst>
                  <a:lin ang="18900000" scaled="1"/>
                  <a:tileRect/>
                </a:gra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507761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  5 INF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ZoneTexte 46">
            <a:extLst>
              <a:ext uri="{FF2B5EF4-FFF2-40B4-BE49-F238E27FC236}">
                <a16:creationId xmlns:a16="http://schemas.microsoft.com/office/drawing/2014/main" id="{0047D342-E746-7644-92D5-510E161437E0}"/>
              </a:ext>
            </a:extLst>
          </p:cNvPr>
          <p:cNvSpPr txBox="1"/>
          <p:nvPr userDrawn="1"/>
        </p:nvSpPr>
        <p:spPr>
          <a:xfrm>
            <a:off x="1055439" y="5805264"/>
            <a:ext cx="91940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i="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Inter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CCBA5E06-7B2A-204F-B079-4EF9FEA32139}"/>
              </a:ext>
            </a:extLst>
          </p:cNvPr>
          <p:cNvGrpSpPr/>
          <p:nvPr userDrawn="1"/>
        </p:nvGrpSpPr>
        <p:grpSpPr>
          <a:xfrm>
            <a:off x="313900" y="1766704"/>
            <a:ext cx="3762378" cy="2084301"/>
            <a:chOff x="313900" y="1766704"/>
            <a:chExt cx="3762378" cy="2084301"/>
          </a:xfrm>
          <a:solidFill>
            <a:srgbClr val="E2E3E3"/>
          </a:solidFill>
        </p:grpSpPr>
        <p:sp>
          <p:nvSpPr>
            <p:cNvPr id="25" name="Rectangle : avec coins arrondis en diagonale 24">
              <a:extLst>
                <a:ext uri="{FF2B5EF4-FFF2-40B4-BE49-F238E27FC236}">
                  <a16:creationId xmlns:a16="http://schemas.microsoft.com/office/drawing/2014/main" id="{BF8C1F22-4AC7-2A4D-9D38-33F67CF60086}"/>
                </a:ext>
              </a:extLst>
            </p:cNvPr>
            <p:cNvSpPr/>
            <p:nvPr userDrawn="1"/>
          </p:nvSpPr>
          <p:spPr>
            <a:xfrm>
              <a:off x="313900" y="1766704"/>
              <a:ext cx="3762378" cy="2084301"/>
            </a:xfrm>
            <a:prstGeom prst="round2DiagRect">
              <a:avLst>
                <a:gd name="adj1" fmla="val 16667"/>
                <a:gd name="adj2" fmla="val 0"/>
              </a:avLst>
            </a:prstGeom>
            <a:grpFill/>
            <a:ln>
              <a:gradFill>
                <a:gsLst>
                  <a:gs pos="0">
                    <a:srgbClr val="FF00DB"/>
                  </a:gs>
                  <a:gs pos="40000">
                    <a:srgbClr val="FF008F"/>
                  </a:gs>
                  <a:gs pos="100000">
                    <a:srgbClr val="FF004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gradFill flip="none" rotWithShape="1">
                  <a:gsLst>
                    <a:gs pos="0">
                      <a:srgbClr val="FF00E3"/>
                    </a:gs>
                    <a:gs pos="40000">
                      <a:srgbClr val="FF007D"/>
                    </a:gs>
                    <a:gs pos="100000">
                      <a:srgbClr val="FF0005"/>
                    </a:gs>
                  </a:gsLst>
                  <a:lin ang="0" scaled="1"/>
                  <a:tileRect/>
                </a:gradFill>
              </a:endParaRPr>
            </a:p>
          </p:txBody>
        </p:sp>
        <p:sp>
          <p:nvSpPr>
            <p:cNvPr id="27" name="Rectangle : avec coins arrondis en diagonale 26">
              <a:extLst>
                <a:ext uri="{FF2B5EF4-FFF2-40B4-BE49-F238E27FC236}">
                  <a16:creationId xmlns:a16="http://schemas.microsoft.com/office/drawing/2014/main" id="{FFBFEA53-0AA3-C64B-898F-9F11C292BEE1}"/>
                </a:ext>
              </a:extLst>
            </p:cNvPr>
            <p:cNvSpPr/>
            <p:nvPr userDrawn="1"/>
          </p:nvSpPr>
          <p:spPr>
            <a:xfrm>
              <a:off x="1148318" y="2025840"/>
              <a:ext cx="2093542" cy="457028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gradFill flip="none" rotWithShape="1">
                  <a:gsLst>
                    <a:gs pos="0">
                      <a:srgbClr val="FF00E3"/>
                    </a:gs>
                    <a:gs pos="40000">
                      <a:srgbClr val="FF007D"/>
                    </a:gs>
                    <a:gs pos="100000">
                      <a:srgbClr val="FF0005"/>
                    </a:gs>
                  </a:gsLst>
                  <a:lin ang="0" scaled="1"/>
                  <a:tileRect/>
                </a:gradFill>
              </a:endParaRPr>
            </a:p>
          </p:txBody>
        </p:sp>
      </p:grpSp>
      <p:sp>
        <p:nvSpPr>
          <p:cNvPr id="64" name="Espace réservé du texte 52">
            <a:extLst>
              <a:ext uri="{FF2B5EF4-FFF2-40B4-BE49-F238E27FC236}">
                <a16:creationId xmlns:a16="http://schemas.microsoft.com/office/drawing/2014/main" id="{5AA69022-99CD-8447-9DBF-DEE34DC12D0C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564120" y="2634018"/>
            <a:ext cx="3393731" cy="11191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Modifier les styles </a:t>
            </a:r>
            <a:br>
              <a:rPr lang="fr-FR" dirty="0"/>
            </a:br>
            <a:r>
              <a:rPr lang="fr-FR" dirty="0"/>
              <a:t>du texte du masque</a:t>
            </a:r>
          </a:p>
        </p:txBody>
      </p:sp>
      <p:sp>
        <p:nvSpPr>
          <p:cNvPr id="65" name="Espace réservé du texte 52">
            <a:extLst>
              <a:ext uri="{FF2B5EF4-FFF2-40B4-BE49-F238E27FC236}">
                <a16:creationId xmlns:a16="http://schemas.microsoft.com/office/drawing/2014/main" id="{E877F043-4E78-D141-82D2-B85B4EDBF77C}"/>
              </a:ext>
            </a:extLst>
          </p:cNvPr>
          <p:cNvSpPr>
            <a:spLocks noGrp="1"/>
          </p:cNvSpPr>
          <p:nvPr userDrawn="1">
            <p:ph type="body" sz="quarter" idx="25"/>
          </p:nvPr>
        </p:nvSpPr>
        <p:spPr>
          <a:xfrm>
            <a:off x="1199457" y="2088145"/>
            <a:ext cx="2007768" cy="32751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1600" b="1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grpSp>
        <p:nvGrpSpPr>
          <p:cNvPr id="69" name="Groupe 68">
            <a:extLst>
              <a:ext uri="{FF2B5EF4-FFF2-40B4-BE49-F238E27FC236}">
                <a16:creationId xmlns:a16="http://schemas.microsoft.com/office/drawing/2014/main" id="{3BF0E6D3-79E4-964F-9DBE-299C74ACAC92}"/>
              </a:ext>
            </a:extLst>
          </p:cNvPr>
          <p:cNvGrpSpPr/>
          <p:nvPr userDrawn="1"/>
        </p:nvGrpSpPr>
        <p:grpSpPr>
          <a:xfrm>
            <a:off x="4211481" y="1748005"/>
            <a:ext cx="3762378" cy="2084301"/>
            <a:chOff x="313900" y="1766704"/>
            <a:chExt cx="3762378" cy="2084301"/>
          </a:xfrm>
          <a:solidFill>
            <a:srgbClr val="E2E3E3"/>
          </a:solidFill>
        </p:grpSpPr>
        <p:sp>
          <p:nvSpPr>
            <p:cNvPr id="70" name="Rectangle : avec coins arrondis en diagonale 69">
              <a:extLst>
                <a:ext uri="{FF2B5EF4-FFF2-40B4-BE49-F238E27FC236}">
                  <a16:creationId xmlns:a16="http://schemas.microsoft.com/office/drawing/2014/main" id="{D5ECE831-2B8E-3543-908E-A847E0C48A0C}"/>
                </a:ext>
              </a:extLst>
            </p:cNvPr>
            <p:cNvSpPr/>
            <p:nvPr userDrawn="1"/>
          </p:nvSpPr>
          <p:spPr>
            <a:xfrm>
              <a:off x="313900" y="1766704"/>
              <a:ext cx="3762378" cy="2084301"/>
            </a:xfrm>
            <a:prstGeom prst="round2DiagRect">
              <a:avLst>
                <a:gd name="adj1" fmla="val 16667"/>
                <a:gd name="adj2" fmla="val 0"/>
              </a:avLst>
            </a:prstGeom>
            <a:grpFill/>
            <a:ln>
              <a:gradFill>
                <a:gsLst>
                  <a:gs pos="0">
                    <a:srgbClr val="FF00DB"/>
                  </a:gs>
                  <a:gs pos="40000">
                    <a:srgbClr val="FF008F"/>
                  </a:gs>
                  <a:gs pos="100000">
                    <a:srgbClr val="FF004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gradFill flip="none" rotWithShape="1">
                  <a:gsLst>
                    <a:gs pos="0">
                      <a:srgbClr val="FF00E3"/>
                    </a:gs>
                    <a:gs pos="40000">
                      <a:srgbClr val="FF007D"/>
                    </a:gs>
                    <a:gs pos="100000">
                      <a:srgbClr val="FF0005"/>
                    </a:gs>
                  </a:gsLst>
                  <a:lin ang="18900000" scaled="1"/>
                  <a:tileRect/>
                </a:gradFill>
              </a:endParaRPr>
            </a:p>
          </p:txBody>
        </p:sp>
        <p:sp>
          <p:nvSpPr>
            <p:cNvPr id="71" name="Rectangle : avec coins arrondis en diagonale 70">
              <a:extLst>
                <a:ext uri="{FF2B5EF4-FFF2-40B4-BE49-F238E27FC236}">
                  <a16:creationId xmlns:a16="http://schemas.microsoft.com/office/drawing/2014/main" id="{B2F86017-2349-A440-9A81-C11BC251EF29}"/>
                </a:ext>
              </a:extLst>
            </p:cNvPr>
            <p:cNvSpPr/>
            <p:nvPr userDrawn="1"/>
          </p:nvSpPr>
          <p:spPr>
            <a:xfrm>
              <a:off x="1148318" y="2025840"/>
              <a:ext cx="2093542" cy="457028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gradFill flip="none" rotWithShape="1">
                  <a:gsLst>
                    <a:gs pos="0">
                      <a:srgbClr val="FF00E3"/>
                    </a:gs>
                    <a:gs pos="40000">
                      <a:srgbClr val="FF007D"/>
                    </a:gs>
                    <a:gs pos="100000">
                      <a:srgbClr val="FF0005"/>
                    </a:gs>
                  </a:gsLst>
                  <a:lin ang="18900000" scaled="1"/>
                  <a:tileRect/>
                </a:gradFill>
              </a:endParaRPr>
            </a:p>
          </p:txBody>
        </p:sp>
      </p:grpSp>
      <p:sp>
        <p:nvSpPr>
          <p:cNvPr id="72" name="Espace réservé du texte 52">
            <a:extLst>
              <a:ext uri="{FF2B5EF4-FFF2-40B4-BE49-F238E27FC236}">
                <a16:creationId xmlns:a16="http://schemas.microsoft.com/office/drawing/2014/main" id="{2D58CAD3-02BE-8443-9B98-1D5FD0B89EF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61701" y="2615319"/>
            <a:ext cx="3393731" cy="11191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Modifier les styles </a:t>
            </a:r>
            <a:br>
              <a:rPr lang="fr-FR" dirty="0"/>
            </a:br>
            <a:r>
              <a:rPr lang="fr-FR" dirty="0"/>
              <a:t>du texte du masque</a:t>
            </a:r>
          </a:p>
        </p:txBody>
      </p:sp>
      <p:sp>
        <p:nvSpPr>
          <p:cNvPr id="73" name="Espace réservé du texte 52">
            <a:extLst>
              <a:ext uri="{FF2B5EF4-FFF2-40B4-BE49-F238E27FC236}">
                <a16:creationId xmlns:a16="http://schemas.microsoft.com/office/drawing/2014/main" id="{3512C081-ABBB-6849-8514-2734DCD8EAC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097038" y="2069446"/>
            <a:ext cx="2007768" cy="3275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grpSp>
        <p:nvGrpSpPr>
          <p:cNvPr id="74" name="Groupe 73">
            <a:extLst>
              <a:ext uri="{FF2B5EF4-FFF2-40B4-BE49-F238E27FC236}">
                <a16:creationId xmlns:a16="http://schemas.microsoft.com/office/drawing/2014/main" id="{22FE6B77-603E-4F40-8597-7BEF55284AA6}"/>
              </a:ext>
            </a:extLst>
          </p:cNvPr>
          <p:cNvGrpSpPr/>
          <p:nvPr userDrawn="1"/>
        </p:nvGrpSpPr>
        <p:grpSpPr>
          <a:xfrm>
            <a:off x="1919536" y="4005064"/>
            <a:ext cx="3762378" cy="2084301"/>
            <a:chOff x="313900" y="1766704"/>
            <a:chExt cx="3762378" cy="2084301"/>
          </a:xfrm>
          <a:solidFill>
            <a:srgbClr val="E2E3E3"/>
          </a:solidFill>
        </p:grpSpPr>
        <p:sp>
          <p:nvSpPr>
            <p:cNvPr id="75" name="Rectangle : avec coins arrondis en diagonale 74">
              <a:extLst>
                <a:ext uri="{FF2B5EF4-FFF2-40B4-BE49-F238E27FC236}">
                  <a16:creationId xmlns:a16="http://schemas.microsoft.com/office/drawing/2014/main" id="{C2226EE6-E7F4-6143-9818-27A14A1035A3}"/>
                </a:ext>
              </a:extLst>
            </p:cNvPr>
            <p:cNvSpPr/>
            <p:nvPr userDrawn="1"/>
          </p:nvSpPr>
          <p:spPr>
            <a:xfrm>
              <a:off x="313900" y="1766704"/>
              <a:ext cx="3762378" cy="2084301"/>
            </a:xfrm>
            <a:prstGeom prst="round2DiagRect">
              <a:avLst>
                <a:gd name="adj1" fmla="val 16667"/>
                <a:gd name="adj2" fmla="val 0"/>
              </a:avLst>
            </a:prstGeom>
            <a:grpFill/>
            <a:ln>
              <a:gradFill>
                <a:gsLst>
                  <a:gs pos="0">
                    <a:srgbClr val="FF00DB"/>
                  </a:gs>
                  <a:gs pos="40000">
                    <a:srgbClr val="FF008F"/>
                  </a:gs>
                  <a:gs pos="100000">
                    <a:srgbClr val="FF004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rgbClr val="5F6A72"/>
                </a:solidFill>
              </a:endParaRPr>
            </a:p>
          </p:txBody>
        </p:sp>
        <p:sp>
          <p:nvSpPr>
            <p:cNvPr id="76" name="Rectangle : avec coins arrondis en diagonale 75">
              <a:extLst>
                <a:ext uri="{FF2B5EF4-FFF2-40B4-BE49-F238E27FC236}">
                  <a16:creationId xmlns:a16="http://schemas.microsoft.com/office/drawing/2014/main" id="{3459B77F-4E8E-4C44-BA85-E32F9FBB5165}"/>
                </a:ext>
              </a:extLst>
            </p:cNvPr>
            <p:cNvSpPr/>
            <p:nvPr userDrawn="1"/>
          </p:nvSpPr>
          <p:spPr>
            <a:xfrm>
              <a:off x="1148318" y="2025840"/>
              <a:ext cx="2093542" cy="457028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rgbClr val="5F6A72"/>
                </a:solidFill>
              </a:endParaRPr>
            </a:p>
          </p:txBody>
        </p:sp>
      </p:grpSp>
      <p:sp>
        <p:nvSpPr>
          <p:cNvPr id="77" name="Espace réservé du texte 52">
            <a:extLst>
              <a:ext uri="{FF2B5EF4-FFF2-40B4-BE49-F238E27FC236}">
                <a16:creationId xmlns:a16="http://schemas.microsoft.com/office/drawing/2014/main" id="{A49E1E76-4936-F947-8977-84AB7BAF8B8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169756" y="4872378"/>
            <a:ext cx="3393731" cy="11191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Modifier les styles </a:t>
            </a:r>
            <a:br>
              <a:rPr lang="fr-FR" dirty="0"/>
            </a:br>
            <a:r>
              <a:rPr lang="fr-FR" dirty="0"/>
              <a:t>du texte du masque</a:t>
            </a:r>
          </a:p>
        </p:txBody>
      </p:sp>
      <p:sp>
        <p:nvSpPr>
          <p:cNvPr id="78" name="Espace réservé du texte 52">
            <a:extLst>
              <a:ext uri="{FF2B5EF4-FFF2-40B4-BE49-F238E27FC236}">
                <a16:creationId xmlns:a16="http://schemas.microsoft.com/office/drawing/2014/main" id="{8C126C20-0375-A645-8270-F26482B0857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805093" y="4326505"/>
            <a:ext cx="2007768" cy="3275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grpSp>
        <p:nvGrpSpPr>
          <p:cNvPr id="79" name="Groupe 78">
            <a:extLst>
              <a:ext uri="{FF2B5EF4-FFF2-40B4-BE49-F238E27FC236}">
                <a16:creationId xmlns:a16="http://schemas.microsoft.com/office/drawing/2014/main" id="{87465833-0644-564E-8011-9F0C77698839}"/>
              </a:ext>
            </a:extLst>
          </p:cNvPr>
          <p:cNvGrpSpPr/>
          <p:nvPr userDrawn="1"/>
        </p:nvGrpSpPr>
        <p:grpSpPr>
          <a:xfrm>
            <a:off x="5855166" y="3991013"/>
            <a:ext cx="3762378" cy="2084301"/>
            <a:chOff x="313900" y="1766704"/>
            <a:chExt cx="3762378" cy="2084301"/>
          </a:xfrm>
          <a:solidFill>
            <a:srgbClr val="E2E3E3"/>
          </a:solidFill>
        </p:grpSpPr>
        <p:sp>
          <p:nvSpPr>
            <p:cNvPr id="80" name="Rectangle : avec coins arrondis en diagonale 79">
              <a:extLst>
                <a:ext uri="{FF2B5EF4-FFF2-40B4-BE49-F238E27FC236}">
                  <a16:creationId xmlns:a16="http://schemas.microsoft.com/office/drawing/2014/main" id="{B83450F6-D353-874C-8DE2-3976E44829A1}"/>
                </a:ext>
              </a:extLst>
            </p:cNvPr>
            <p:cNvSpPr/>
            <p:nvPr userDrawn="1"/>
          </p:nvSpPr>
          <p:spPr>
            <a:xfrm>
              <a:off x="313900" y="1766704"/>
              <a:ext cx="3762378" cy="2084301"/>
            </a:xfrm>
            <a:prstGeom prst="round2DiagRect">
              <a:avLst>
                <a:gd name="adj1" fmla="val 16667"/>
                <a:gd name="adj2" fmla="val 0"/>
              </a:avLst>
            </a:prstGeom>
            <a:grpFill/>
            <a:ln>
              <a:gradFill>
                <a:gsLst>
                  <a:gs pos="0">
                    <a:srgbClr val="FF00DB"/>
                  </a:gs>
                  <a:gs pos="40000">
                    <a:srgbClr val="FF008F"/>
                  </a:gs>
                  <a:gs pos="100000">
                    <a:srgbClr val="FF004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rgbClr val="5F6A72"/>
                </a:solidFill>
              </a:endParaRPr>
            </a:p>
          </p:txBody>
        </p:sp>
        <p:sp>
          <p:nvSpPr>
            <p:cNvPr id="81" name="Rectangle : avec coins arrondis en diagonale 80">
              <a:extLst>
                <a:ext uri="{FF2B5EF4-FFF2-40B4-BE49-F238E27FC236}">
                  <a16:creationId xmlns:a16="http://schemas.microsoft.com/office/drawing/2014/main" id="{FA5C9452-E662-484F-987E-93E303A224BD}"/>
                </a:ext>
              </a:extLst>
            </p:cNvPr>
            <p:cNvSpPr/>
            <p:nvPr userDrawn="1"/>
          </p:nvSpPr>
          <p:spPr>
            <a:xfrm>
              <a:off x="1148318" y="2025840"/>
              <a:ext cx="2093542" cy="457028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rgbClr val="5F6A72"/>
                </a:solidFill>
              </a:endParaRPr>
            </a:p>
          </p:txBody>
        </p:sp>
      </p:grpSp>
      <p:sp>
        <p:nvSpPr>
          <p:cNvPr id="82" name="Espace réservé du texte 52">
            <a:extLst>
              <a:ext uri="{FF2B5EF4-FFF2-40B4-BE49-F238E27FC236}">
                <a16:creationId xmlns:a16="http://schemas.microsoft.com/office/drawing/2014/main" id="{C720D95D-23FC-5343-8083-7067DAE8A2C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05386" y="4858327"/>
            <a:ext cx="3393731" cy="11191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Modifier les styles </a:t>
            </a:r>
            <a:br>
              <a:rPr lang="fr-FR" dirty="0"/>
            </a:br>
            <a:r>
              <a:rPr lang="fr-FR" dirty="0"/>
              <a:t>du texte du masque</a:t>
            </a:r>
          </a:p>
        </p:txBody>
      </p:sp>
      <p:sp>
        <p:nvSpPr>
          <p:cNvPr id="83" name="Espace réservé du texte 52">
            <a:extLst>
              <a:ext uri="{FF2B5EF4-FFF2-40B4-BE49-F238E27FC236}">
                <a16:creationId xmlns:a16="http://schemas.microsoft.com/office/drawing/2014/main" id="{53CFBEC2-7E2C-7B4F-ADB5-018901E3172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740723" y="4312454"/>
            <a:ext cx="2007768" cy="3275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grpSp>
        <p:nvGrpSpPr>
          <p:cNvPr id="84" name="Groupe 83">
            <a:extLst>
              <a:ext uri="{FF2B5EF4-FFF2-40B4-BE49-F238E27FC236}">
                <a16:creationId xmlns:a16="http://schemas.microsoft.com/office/drawing/2014/main" id="{861478C6-4908-AE46-989F-BC54C3D74F9C}"/>
              </a:ext>
            </a:extLst>
          </p:cNvPr>
          <p:cNvGrpSpPr/>
          <p:nvPr userDrawn="1"/>
        </p:nvGrpSpPr>
        <p:grpSpPr>
          <a:xfrm>
            <a:off x="8090763" y="1739407"/>
            <a:ext cx="3762378" cy="2084301"/>
            <a:chOff x="313900" y="1766704"/>
            <a:chExt cx="3762378" cy="2084301"/>
          </a:xfrm>
          <a:solidFill>
            <a:srgbClr val="E2E3E3"/>
          </a:solidFill>
        </p:grpSpPr>
        <p:sp>
          <p:nvSpPr>
            <p:cNvPr id="85" name="Rectangle : avec coins arrondis en diagonale 84">
              <a:extLst>
                <a:ext uri="{FF2B5EF4-FFF2-40B4-BE49-F238E27FC236}">
                  <a16:creationId xmlns:a16="http://schemas.microsoft.com/office/drawing/2014/main" id="{3B299DE6-8CDA-7C4D-B991-3D2B8DCC5DED}"/>
                </a:ext>
              </a:extLst>
            </p:cNvPr>
            <p:cNvSpPr/>
            <p:nvPr userDrawn="1"/>
          </p:nvSpPr>
          <p:spPr>
            <a:xfrm>
              <a:off x="313900" y="1766704"/>
              <a:ext cx="3762378" cy="2084301"/>
            </a:xfrm>
            <a:prstGeom prst="round2DiagRect">
              <a:avLst>
                <a:gd name="adj1" fmla="val 16667"/>
                <a:gd name="adj2" fmla="val 0"/>
              </a:avLst>
            </a:prstGeom>
            <a:grpFill/>
            <a:ln>
              <a:gradFill>
                <a:gsLst>
                  <a:gs pos="0">
                    <a:srgbClr val="FF00DB"/>
                  </a:gs>
                  <a:gs pos="40000">
                    <a:srgbClr val="FF008F"/>
                  </a:gs>
                  <a:gs pos="100000">
                    <a:srgbClr val="FF004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gradFill flip="none" rotWithShape="1">
                  <a:gsLst>
                    <a:gs pos="0">
                      <a:srgbClr val="FF00E3"/>
                    </a:gs>
                    <a:gs pos="40000">
                      <a:srgbClr val="FF007D"/>
                    </a:gs>
                    <a:gs pos="100000">
                      <a:srgbClr val="FF0005"/>
                    </a:gs>
                  </a:gsLst>
                  <a:lin ang="18900000" scaled="1"/>
                  <a:tileRect/>
                </a:gradFill>
              </a:endParaRPr>
            </a:p>
          </p:txBody>
        </p:sp>
        <p:sp>
          <p:nvSpPr>
            <p:cNvPr id="86" name="Rectangle : avec coins arrondis en diagonale 85">
              <a:extLst>
                <a:ext uri="{FF2B5EF4-FFF2-40B4-BE49-F238E27FC236}">
                  <a16:creationId xmlns:a16="http://schemas.microsoft.com/office/drawing/2014/main" id="{48613A14-8B47-804F-8DDB-C0C30655D1DC}"/>
                </a:ext>
              </a:extLst>
            </p:cNvPr>
            <p:cNvSpPr/>
            <p:nvPr userDrawn="1"/>
          </p:nvSpPr>
          <p:spPr>
            <a:xfrm>
              <a:off x="1148318" y="2025840"/>
              <a:ext cx="2093542" cy="457028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gradFill flip="none" rotWithShape="1">
                  <a:gsLst>
                    <a:gs pos="0">
                      <a:srgbClr val="FF00E3"/>
                    </a:gs>
                    <a:gs pos="40000">
                      <a:srgbClr val="FF007D"/>
                    </a:gs>
                    <a:gs pos="100000">
                      <a:srgbClr val="FF0005"/>
                    </a:gs>
                  </a:gsLst>
                  <a:lin ang="18900000" scaled="1"/>
                  <a:tileRect/>
                </a:gradFill>
              </a:endParaRPr>
            </a:p>
          </p:txBody>
        </p:sp>
      </p:grpSp>
      <p:sp>
        <p:nvSpPr>
          <p:cNvPr id="87" name="Espace réservé du texte 52">
            <a:extLst>
              <a:ext uri="{FF2B5EF4-FFF2-40B4-BE49-F238E27FC236}">
                <a16:creationId xmlns:a16="http://schemas.microsoft.com/office/drawing/2014/main" id="{FABA6C7A-A43B-D04C-BB57-D7A6143B7E2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40983" y="2606721"/>
            <a:ext cx="3393731" cy="11191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Modifier les styles </a:t>
            </a:r>
            <a:br>
              <a:rPr lang="fr-FR" dirty="0"/>
            </a:br>
            <a:r>
              <a:rPr lang="fr-FR" dirty="0"/>
              <a:t>du texte du masque</a:t>
            </a:r>
          </a:p>
        </p:txBody>
      </p:sp>
      <p:sp>
        <p:nvSpPr>
          <p:cNvPr id="88" name="Espace réservé du texte 52">
            <a:extLst>
              <a:ext uri="{FF2B5EF4-FFF2-40B4-BE49-F238E27FC236}">
                <a16:creationId xmlns:a16="http://schemas.microsoft.com/office/drawing/2014/main" id="{EA6907DB-0F00-D24D-9F85-3098ECDD071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8976320" y="2060848"/>
            <a:ext cx="2007768" cy="3275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9" name="Espace réservé de la date 3">
            <a:extLst>
              <a:ext uri="{FF2B5EF4-FFF2-40B4-BE49-F238E27FC236}">
                <a16:creationId xmlns:a16="http://schemas.microsoft.com/office/drawing/2014/main" id="{B3B8CF49-338E-034B-A675-09FFD22C2A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8940" y="6551938"/>
            <a:ext cx="2646381" cy="306062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0A9B2A82-ED00-DE47-98EF-F3B3685B1BAA}" type="datetimeFigureOut">
              <a:rPr lang="fr-FR" smtClean="0"/>
              <a:pPr/>
              <a:t>18/08/2026</a:t>
            </a:fld>
            <a:endParaRPr lang="fr-FR" dirty="0"/>
          </a:p>
        </p:txBody>
      </p:sp>
      <p:sp>
        <p:nvSpPr>
          <p:cNvPr id="90" name="Espace réservé du pied de page 4">
            <a:extLst>
              <a:ext uri="{FF2B5EF4-FFF2-40B4-BE49-F238E27FC236}">
                <a16:creationId xmlns:a16="http://schemas.microsoft.com/office/drawing/2014/main" id="{2C37B482-ADE1-084B-A837-B0CDD3E86BD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022899" y="6540649"/>
            <a:ext cx="7810052" cy="306062"/>
          </a:xfrm>
          <a:prstGeom prst="rect">
            <a:avLst/>
          </a:prstGeom>
        </p:spPr>
        <p:txBody>
          <a:bodyPr/>
          <a:lstStyle>
            <a:lvl1pPr algn="ctr">
              <a:defRPr sz="1000" b="0" i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91" name="Espace réservé du numéro de diapositive 5">
            <a:extLst>
              <a:ext uri="{FF2B5EF4-FFF2-40B4-BE49-F238E27FC236}">
                <a16:creationId xmlns:a16="http://schemas.microsoft.com/office/drawing/2014/main" id="{88670405-B13B-6749-B131-B864F5C6CBB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51285" y="6551938"/>
            <a:ext cx="1043160" cy="306062"/>
          </a:xfrm>
          <a:prstGeom prst="rect">
            <a:avLst/>
          </a:prstGeom>
        </p:spPr>
        <p:txBody>
          <a:bodyPr/>
          <a:lstStyle>
            <a:lvl1pPr algn="r">
              <a:defRPr sz="1000" b="0" i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F6BA88AF-DBE7-D24B-8E1A-3AD6DCE18CBF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32" name="Espace réservé du texte 52">
            <a:extLst>
              <a:ext uri="{FF2B5EF4-FFF2-40B4-BE49-F238E27FC236}">
                <a16:creationId xmlns:a16="http://schemas.microsoft.com/office/drawing/2014/main" id="{B76C307D-247B-491B-97E0-F62DCC2C76E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27025" y="355221"/>
            <a:ext cx="9909175" cy="6491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gradFill flip="none" rotWithShape="1">
                  <a:gsLst>
                    <a:gs pos="0">
                      <a:srgbClr val="FF00DB"/>
                    </a:gs>
                    <a:gs pos="37000">
                      <a:srgbClr val="FF0080"/>
                    </a:gs>
                    <a:gs pos="100000">
                      <a:srgbClr val="FF0042"/>
                    </a:gs>
                  </a:gsLst>
                  <a:lin ang="18900000" scaled="1"/>
                  <a:tileRect/>
                </a:gra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935217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24">
            <a:extLst>
              <a:ext uri="{FF2B5EF4-FFF2-40B4-BE49-F238E27FC236}">
                <a16:creationId xmlns:a16="http://schemas.microsoft.com/office/drawing/2014/main" id="{6D36FF83-02B9-1149-A2D2-7DB92990BC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gradFill>
            <a:gsLst>
              <a:gs pos="0">
                <a:srgbClr val="FF00E3"/>
              </a:gs>
              <a:gs pos="40000">
                <a:srgbClr val="FF007D"/>
              </a:gs>
              <a:gs pos="100000">
                <a:srgbClr val="FF0005"/>
              </a:gs>
            </a:gsLst>
            <a:lin ang="2700000" scaled="0"/>
          </a:gradFill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A6BAF824-7874-1F4F-A2C9-0C1E9788B254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42955"/>
            <a:ext cx="3664654" cy="2227534"/>
          </a:xfrm>
          <a:prstGeom prst="rect">
            <a:avLst/>
          </a:prstGeom>
        </p:spPr>
      </p:pic>
      <p:sp>
        <p:nvSpPr>
          <p:cNvPr id="19" name="Titre 1">
            <a:extLst>
              <a:ext uri="{FF2B5EF4-FFF2-40B4-BE49-F238E27FC236}">
                <a16:creationId xmlns:a16="http://schemas.microsoft.com/office/drawing/2014/main" id="{96E05148-E4E1-5744-96EB-C50AA44FA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775" y="2934243"/>
            <a:ext cx="6988629" cy="742408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0" name="Espace réservé du texte 12">
            <a:extLst>
              <a:ext uri="{FF2B5EF4-FFF2-40B4-BE49-F238E27FC236}">
                <a16:creationId xmlns:a16="http://schemas.microsoft.com/office/drawing/2014/main" id="{0E7D116E-A02E-1D46-B884-041BA119F3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9775" y="3913893"/>
            <a:ext cx="7054850" cy="2505957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Modifier les styles du texte du masque
Deuxième niveau
Troisième niveau
Quatrième niveau</a:t>
            </a:r>
          </a:p>
        </p:txBody>
      </p:sp>
      <p:sp>
        <p:nvSpPr>
          <p:cNvPr id="22" name="Espace réservé de la date 3">
            <a:extLst>
              <a:ext uri="{FF2B5EF4-FFF2-40B4-BE49-F238E27FC236}">
                <a16:creationId xmlns:a16="http://schemas.microsoft.com/office/drawing/2014/main" id="{26477E4D-06B4-D542-95C8-7432D5A28FD9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268940" y="6551938"/>
            <a:ext cx="2646381" cy="306062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0A9B2A82-ED00-DE47-98EF-F3B3685B1BAA}" type="datetimeFigureOut">
              <a:rPr lang="fr-FR" smtClean="0"/>
              <a:pPr/>
              <a:t>18/08/2026</a:t>
            </a:fld>
            <a:endParaRPr lang="fr-FR" dirty="0"/>
          </a:p>
        </p:txBody>
      </p:sp>
      <p:sp>
        <p:nvSpPr>
          <p:cNvPr id="23" name="Espace réservé du pied de page 4">
            <a:extLst>
              <a:ext uri="{FF2B5EF4-FFF2-40B4-BE49-F238E27FC236}">
                <a16:creationId xmlns:a16="http://schemas.microsoft.com/office/drawing/2014/main" id="{B772081D-2306-6F46-8E95-F61420D93C6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022899" y="6540649"/>
            <a:ext cx="7810052" cy="306062"/>
          </a:xfrm>
          <a:prstGeom prst="rect">
            <a:avLst/>
          </a:prstGeom>
        </p:spPr>
        <p:txBody>
          <a:bodyPr/>
          <a:lstStyle>
            <a:lvl1pPr algn="ctr">
              <a:defRPr sz="10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24" name="Espace réservé du numéro de diapositive 5">
            <a:extLst>
              <a:ext uri="{FF2B5EF4-FFF2-40B4-BE49-F238E27FC236}">
                <a16:creationId xmlns:a16="http://schemas.microsoft.com/office/drawing/2014/main" id="{49CCD16B-B45A-0E41-9023-6AA95B9F733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51285" y="6551938"/>
            <a:ext cx="1043160" cy="306062"/>
          </a:xfrm>
          <a:prstGeom prst="rect">
            <a:avLst/>
          </a:prstGeom>
        </p:spPr>
        <p:txBody>
          <a:bodyPr/>
          <a:lstStyle>
            <a:lvl1pPr algn="r">
              <a:defRPr sz="10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F6BA88AF-DBE7-D24B-8E1A-3AD6DCE18CBF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FE0EF3E6-662E-4872-81D6-61AD7EF06C5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0464" y="124690"/>
            <a:ext cx="2981535" cy="1677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481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222D783F-0A6C-C125-AAE2-B37D4CF2CC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64" t="15447" r="20325" b="18789"/>
          <a:stretch/>
        </p:blipFill>
        <p:spPr>
          <a:xfrm>
            <a:off x="297638" y="272633"/>
            <a:ext cx="1691472" cy="1099457"/>
          </a:xfrm>
          <a:prstGeom prst="rect">
            <a:avLst/>
          </a:prstGeom>
        </p:spPr>
      </p:pic>
      <p:pic>
        <p:nvPicPr>
          <p:cNvPr id="10" name="Image 9" descr="Une image contenant texte, Graphique, Police, graphisme&#10;&#10;Le contenu généré par l’IA peut être incorrect.">
            <a:extLst>
              <a:ext uri="{FF2B5EF4-FFF2-40B4-BE49-F238E27FC236}">
                <a16:creationId xmlns:a16="http://schemas.microsoft.com/office/drawing/2014/main" id="{828150F7-C967-8CD3-E57E-9025418D039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729" y="201554"/>
            <a:ext cx="3005270" cy="1690465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41EDC9D5-BFB7-93F8-AF58-71C24946C238}"/>
              </a:ext>
            </a:extLst>
          </p:cNvPr>
          <p:cNvSpPr txBox="1">
            <a:spLocks/>
          </p:cNvSpPr>
          <p:nvPr userDrawn="1"/>
        </p:nvSpPr>
        <p:spPr>
          <a:xfrm>
            <a:off x="739775" y="2813041"/>
            <a:ext cx="6988629" cy="7424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>
                <a:gradFill>
                  <a:gsLst>
                    <a:gs pos="40000">
                      <a:srgbClr val="FF007A"/>
                    </a:gs>
                    <a:gs pos="0">
                      <a:srgbClr val="FF00DB"/>
                    </a:gs>
                    <a:gs pos="100000">
                      <a:srgbClr val="FF0042"/>
                    </a:gs>
                  </a:gsLst>
                  <a:lin ang="2700000" scaled="0"/>
                </a:gradFill>
              </a:rPr>
              <a:t>Modifiez le style du titre</a:t>
            </a:r>
          </a:p>
        </p:txBody>
      </p:sp>
      <p:sp>
        <p:nvSpPr>
          <p:cNvPr id="7" name="Espace réservé du texte 12">
            <a:extLst>
              <a:ext uri="{FF2B5EF4-FFF2-40B4-BE49-F238E27FC236}">
                <a16:creationId xmlns:a16="http://schemas.microsoft.com/office/drawing/2014/main" id="{BFCCBB5A-D07D-C12C-72A5-5DA3712D64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9775" y="3836072"/>
            <a:ext cx="7054850" cy="2505957"/>
          </a:xfrm>
          <a:prstGeom prst="rect">
            <a:avLst/>
          </a:prstGeom>
        </p:spPr>
        <p:txBody>
          <a:bodyPr/>
          <a:lstStyle>
            <a:lvl1pPr>
              <a:defRPr b="0" i="0">
                <a:gradFill>
                  <a:gsLst>
                    <a:gs pos="0">
                      <a:srgbClr val="FF00E3"/>
                    </a:gs>
                    <a:gs pos="40000">
                      <a:srgbClr val="FF007D"/>
                    </a:gs>
                    <a:gs pos="100000">
                      <a:srgbClr val="FF0005"/>
                    </a:gs>
                  </a:gsLst>
                  <a:lin ang="2700000" scaled="0"/>
                </a:gra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Modifier les styles du texte du masque
Deuxième niveau
Troisième niveau
Quatrième niveau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97D4F0F-476C-E754-ED5E-0260C5DD711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85445"/>
            <a:ext cx="3968885" cy="3098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864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433C01-77E8-45BB-97E6-2B6503DC3920}"/>
              </a:ext>
            </a:extLst>
          </p:cNvPr>
          <p:cNvSpPr/>
          <p:nvPr userDrawn="1"/>
        </p:nvSpPr>
        <p:spPr>
          <a:xfrm>
            <a:off x="0" y="0"/>
            <a:ext cx="12192000" cy="6876663"/>
          </a:xfrm>
          <a:prstGeom prst="rect">
            <a:avLst/>
          </a:prstGeom>
          <a:solidFill>
            <a:srgbClr val="A3A9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A6BAF824-7874-1F4F-A2C9-0C1E9788B254}"/>
              </a:ext>
            </a:extLst>
          </p:cNvPr>
          <p:cNvPicPr>
            <a:picLocks noChangeAspect="1"/>
          </p:cNvPicPr>
          <p:nvPr userDrawn="1"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242955"/>
            <a:ext cx="3878255" cy="2357370"/>
          </a:xfrm>
          <a:prstGeom prst="rect">
            <a:avLst/>
          </a:prstGeom>
        </p:spPr>
      </p:pic>
      <p:sp>
        <p:nvSpPr>
          <p:cNvPr id="19" name="Titre 1">
            <a:extLst>
              <a:ext uri="{FF2B5EF4-FFF2-40B4-BE49-F238E27FC236}">
                <a16:creationId xmlns:a16="http://schemas.microsoft.com/office/drawing/2014/main" id="{96E05148-E4E1-5744-96EB-C50AA44FA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775" y="2934243"/>
            <a:ext cx="6988629" cy="742408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0" name="Espace réservé du texte 12">
            <a:extLst>
              <a:ext uri="{FF2B5EF4-FFF2-40B4-BE49-F238E27FC236}">
                <a16:creationId xmlns:a16="http://schemas.microsoft.com/office/drawing/2014/main" id="{0E7D116E-A02E-1D46-B884-041BA119F3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9775" y="3913893"/>
            <a:ext cx="7054850" cy="2505957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Modifier les styles du texte du masque
Deuxième niveau
Troisième niveau
Quatrième niveau</a:t>
            </a:r>
          </a:p>
        </p:txBody>
      </p:sp>
      <p:sp>
        <p:nvSpPr>
          <p:cNvPr id="22" name="Espace réservé de la date 3">
            <a:extLst>
              <a:ext uri="{FF2B5EF4-FFF2-40B4-BE49-F238E27FC236}">
                <a16:creationId xmlns:a16="http://schemas.microsoft.com/office/drawing/2014/main" id="{26477E4D-06B4-D542-95C8-7432D5A28FD9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268940" y="6551938"/>
            <a:ext cx="2646381" cy="306062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0A9B2A82-ED00-DE47-98EF-F3B3685B1BAA}" type="datetimeFigureOut">
              <a:rPr lang="fr-FR" smtClean="0"/>
              <a:pPr/>
              <a:t>18/08/2026</a:t>
            </a:fld>
            <a:endParaRPr lang="fr-FR" dirty="0"/>
          </a:p>
        </p:txBody>
      </p:sp>
      <p:sp>
        <p:nvSpPr>
          <p:cNvPr id="23" name="Espace réservé du pied de page 4">
            <a:extLst>
              <a:ext uri="{FF2B5EF4-FFF2-40B4-BE49-F238E27FC236}">
                <a16:creationId xmlns:a16="http://schemas.microsoft.com/office/drawing/2014/main" id="{B772081D-2306-6F46-8E95-F61420D93C6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022899" y="6540649"/>
            <a:ext cx="7810052" cy="306062"/>
          </a:xfrm>
          <a:prstGeom prst="rect">
            <a:avLst/>
          </a:prstGeom>
        </p:spPr>
        <p:txBody>
          <a:bodyPr/>
          <a:lstStyle>
            <a:lvl1pPr algn="ctr">
              <a:defRPr sz="10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24" name="Espace réservé du numéro de diapositive 5">
            <a:extLst>
              <a:ext uri="{FF2B5EF4-FFF2-40B4-BE49-F238E27FC236}">
                <a16:creationId xmlns:a16="http://schemas.microsoft.com/office/drawing/2014/main" id="{49CCD16B-B45A-0E41-9023-6AA95B9F733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51285" y="6551938"/>
            <a:ext cx="1043160" cy="306062"/>
          </a:xfrm>
          <a:prstGeom prst="rect">
            <a:avLst/>
          </a:prstGeom>
        </p:spPr>
        <p:txBody>
          <a:bodyPr/>
          <a:lstStyle>
            <a:lvl1pPr algn="r">
              <a:defRPr sz="10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F6BA88AF-DBE7-D24B-8E1A-3AD6DCE18CBF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02F571A0-2945-4443-BBAE-C0350652694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5570" y="0"/>
            <a:ext cx="3016430" cy="169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991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SIMP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: avec coins arrondis en diagonale 10">
            <a:extLst>
              <a:ext uri="{FF2B5EF4-FFF2-40B4-BE49-F238E27FC236}">
                <a16:creationId xmlns:a16="http://schemas.microsoft.com/office/drawing/2014/main" id="{51FD7C18-32CB-1D4F-8C3E-18052B91B7DB}"/>
              </a:ext>
            </a:extLst>
          </p:cNvPr>
          <p:cNvSpPr/>
          <p:nvPr userDrawn="1"/>
        </p:nvSpPr>
        <p:spPr>
          <a:xfrm>
            <a:off x="335361" y="293266"/>
            <a:ext cx="9668448" cy="853146"/>
          </a:xfrm>
          <a:prstGeom prst="round2DiagRect">
            <a:avLst/>
          </a:prstGeom>
          <a:solidFill>
            <a:srgbClr val="A3A9AE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itre 14">
            <a:extLst>
              <a:ext uri="{FF2B5EF4-FFF2-40B4-BE49-F238E27FC236}">
                <a16:creationId xmlns:a16="http://schemas.microsoft.com/office/drawing/2014/main" id="{00F9444E-F154-72C8-A4AE-4C44D513C9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024" y="395784"/>
            <a:ext cx="11095629" cy="689479"/>
          </a:xfrm>
          <a:prstGeom prst="rect">
            <a:avLst/>
          </a:prstGeom>
        </p:spPr>
        <p:txBody>
          <a:bodyPr/>
          <a:lstStyle>
            <a:lvl1pPr>
              <a:defRPr sz="44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Titre…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FE040233-C768-0C4F-9D49-8A514C2317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1458914"/>
            <a:ext cx="11147425" cy="478744"/>
          </a:xfrm>
          <a:prstGeom prst="rect">
            <a:avLst/>
          </a:prstGeom>
        </p:spPr>
        <p:txBody>
          <a:bodyPr/>
          <a:lstStyle>
            <a:lvl1pPr>
              <a:defRPr sz="2000" b="1" i="0">
                <a:solidFill>
                  <a:schemeClr val="tx1">
                    <a:lumMod val="50000"/>
                    <a:lumOff val="50000"/>
                  </a:schemeClr>
                </a:solidFill>
                <a:latin typeface="Segoe UI Semibold" panose="020B0502040204020203" pitchFamily="34" charset="0"/>
                <a:ea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fr-FR" dirty="0"/>
              <a:t>Tableau</a:t>
            </a:r>
          </a:p>
        </p:txBody>
      </p:sp>
      <p:sp>
        <p:nvSpPr>
          <p:cNvPr id="15" name="Espace réservé de la date 3">
            <a:extLst>
              <a:ext uri="{FF2B5EF4-FFF2-40B4-BE49-F238E27FC236}">
                <a16:creationId xmlns:a16="http://schemas.microsoft.com/office/drawing/2014/main" id="{50C395EC-B0D9-1D42-AF3A-83F20AAE7C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8940" y="6551938"/>
            <a:ext cx="2646381" cy="306062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0A9B2A82-ED00-DE47-98EF-F3B3685B1BAA}" type="datetimeFigureOut">
              <a:rPr lang="fr-FR" smtClean="0"/>
              <a:pPr/>
              <a:t>18/08/2026</a:t>
            </a:fld>
            <a:endParaRPr lang="fr-FR" dirty="0"/>
          </a:p>
        </p:txBody>
      </p:sp>
      <p:sp>
        <p:nvSpPr>
          <p:cNvPr id="16" name="Espace réservé du pied de page 4">
            <a:extLst>
              <a:ext uri="{FF2B5EF4-FFF2-40B4-BE49-F238E27FC236}">
                <a16:creationId xmlns:a16="http://schemas.microsoft.com/office/drawing/2014/main" id="{918F0473-8FCC-B047-BDEE-C8A41AD033C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022899" y="6540649"/>
            <a:ext cx="7810052" cy="306062"/>
          </a:xfrm>
          <a:prstGeom prst="rect">
            <a:avLst/>
          </a:prstGeom>
        </p:spPr>
        <p:txBody>
          <a:bodyPr/>
          <a:lstStyle>
            <a:lvl1pPr algn="ctr">
              <a:defRPr sz="1000" b="0" i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17" name="Espace réservé du numéro de diapositive 5">
            <a:extLst>
              <a:ext uri="{FF2B5EF4-FFF2-40B4-BE49-F238E27FC236}">
                <a16:creationId xmlns:a16="http://schemas.microsoft.com/office/drawing/2014/main" id="{4F7FB641-AE09-2544-A4D8-352CB1DA83E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51285" y="6551938"/>
            <a:ext cx="1043160" cy="306062"/>
          </a:xfrm>
          <a:prstGeom prst="rect">
            <a:avLst/>
          </a:prstGeom>
        </p:spPr>
        <p:txBody>
          <a:bodyPr/>
          <a:lstStyle>
            <a:lvl1pPr algn="r">
              <a:defRPr sz="1000" b="0" i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F6BA88AF-DBE7-D24B-8E1A-3AD6DCE18CBF}" type="slidenum">
              <a:rPr lang="fr-FR" smtClean="0"/>
              <a:pPr/>
              <a:t>‹N°›</a:t>
            </a:fld>
            <a:endParaRPr lang="fr-FR" dirty="0"/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1AFC1C47-231B-2217-5C93-C8DBF14BEB6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685390375"/>
              </p:ext>
            </p:extLst>
          </p:nvPr>
        </p:nvGraphicFramePr>
        <p:xfrm>
          <a:off x="380999" y="2250160"/>
          <a:ext cx="11178655" cy="231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5731">
                  <a:extLst>
                    <a:ext uri="{9D8B030D-6E8A-4147-A177-3AD203B41FA5}">
                      <a16:colId xmlns:a16="http://schemas.microsoft.com/office/drawing/2014/main" val="4291563780"/>
                    </a:ext>
                  </a:extLst>
                </a:gridCol>
                <a:gridCol w="3278232">
                  <a:extLst>
                    <a:ext uri="{9D8B030D-6E8A-4147-A177-3AD203B41FA5}">
                      <a16:colId xmlns:a16="http://schemas.microsoft.com/office/drawing/2014/main" val="1493321927"/>
                    </a:ext>
                  </a:extLst>
                </a:gridCol>
                <a:gridCol w="1964987">
                  <a:extLst>
                    <a:ext uri="{9D8B030D-6E8A-4147-A177-3AD203B41FA5}">
                      <a16:colId xmlns:a16="http://schemas.microsoft.com/office/drawing/2014/main" val="2615987336"/>
                    </a:ext>
                  </a:extLst>
                </a:gridCol>
                <a:gridCol w="2276272">
                  <a:extLst>
                    <a:ext uri="{9D8B030D-6E8A-4147-A177-3AD203B41FA5}">
                      <a16:colId xmlns:a16="http://schemas.microsoft.com/office/drawing/2014/main" val="127860480"/>
                    </a:ext>
                  </a:extLst>
                </a:gridCol>
                <a:gridCol w="1423433">
                  <a:extLst>
                    <a:ext uri="{9D8B030D-6E8A-4147-A177-3AD203B41FA5}">
                      <a16:colId xmlns:a16="http://schemas.microsoft.com/office/drawing/2014/main" val="3146950416"/>
                    </a:ext>
                  </a:extLst>
                </a:gridCol>
              </a:tblGrid>
              <a:tr h="366580">
                <a:tc>
                  <a:txBody>
                    <a:bodyPr/>
                    <a:lstStyle/>
                    <a:p>
                      <a:pPr algn="ctr"/>
                      <a:r>
                        <a:rPr lang="fr-FR" sz="1300" b="1" dirty="0">
                          <a:gradFill flip="none" rotWithShape="1">
                            <a:gsLst>
                              <a:gs pos="0">
                                <a:schemeClr val="accent5"/>
                              </a:gs>
                              <a:gs pos="40000">
                                <a:srgbClr val="FF007D"/>
                              </a:gs>
                              <a:gs pos="100000">
                                <a:schemeClr val="accent6"/>
                              </a:gs>
                            </a:gsLst>
                            <a:lin ang="2700000" scaled="1"/>
                            <a:tileRect/>
                          </a:gra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Service</a:t>
                      </a:r>
                    </a:p>
                  </a:txBody>
                  <a:tcPr>
                    <a:lnL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300" b="1" dirty="0">
                          <a:gradFill flip="none" rotWithShape="1">
                            <a:gsLst>
                              <a:gs pos="0">
                                <a:schemeClr val="accent5"/>
                              </a:gs>
                              <a:gs pos="40000">
                                <a:srgbClr val="FF007D"/>
                              </a:gs>
                              <a:gs pos="100000">
                                <a:schemeClr val="accent6"/>
                              </a:gs>
                            </a:gsLst>
                            <a:lin ang="2700000" scaled="1"/>
                            <a:tileRect/>
                          </a:gra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Domaine</a:t>
                      </a:r>
                      <a:endParaRPr lang="fr-FR" sz="1300" b="1" dirty="0">
                        <a:gradFill>
                          <a:gsLst>
                            <a:gs pos="0">
                              <a:schemeClr val="accent5"/>
                            </a:gs>
                            <a:gs pos="40000">
                              <a:srgbClr val="FF007D"/>
                            </a:gs>
                            <a:gs pos="100000">
                              <a:schemeClr val="accent6"/>
                            </a:gs>
                          </a:gsLst>
                          <a:lin ang="2700000" scaled="1"/>
                        </a:gra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300" b="1" dirty="0">
                          <a:gradFill flip="none" rotWithShape="1">
                            <a:gsLst>
                              <a:gs pos="0">
                                <a:schemeClr val="accent5"/>
                              </a:gs>
                              <a:gs pos="40000">
                                <a:srgbClr val="FF007D"/>
                              </a:gs>
                              <a:gs pos="100000">
                                <a:schemeClr val="accent6"/>
                              </a:gs>
                            </a:gsLst>
                            <a:lin ang="2700000" scaled="1"/>
                            <a:tileRect/>
                          </a:gra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Agent</a:t>
                      </a:r>
                      <a:endParaRPr lang="fr-FR" sz="1300" b="1" dirty="0">
                        <a:gradFill>
                          <a:gsLst>
                            <a:gs pos="0">
                              <a:schemeClr val="accent5"/>
                            </a:gs>
                            <a:gs pos="40000">
                              <a:srgbClr val="FF007D"/>
                            </a:gs>
                            <a:gs pos="100000">
                              <a:schemeClr val="accent6"/>
                            </a:gs>
                          </a:gsLst>
                          <a:lin ang="2700000" scaled="1"/>
                        </a:gra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300" b="1" dirty="0">
                          <a:gradFill flip="none" rotWithShape="1">
                            <a:gsLst>
                              <a:gs pos="0">
                                <a:schemeClr val="accent5"/>
                              </a:gs>
                              <a:gs pos="40000">
                                <a:srgbClr val="FF007D"/>
                              </a:gs>
                              <a:gs pos="100000">
                                <a:schemeClr val="accent6"/>
                              </a:gs>
                            </a:gsLst>
                            <a:lin ang="2700000" scaled="1"/>
                            <a:tileRect/>
                          </a:gra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Numéro Agent</a:t>
                      </a:r>
                      <a:endParaRPr lang="fr-FR" sz="1300" b="1" dirty="0">
                        <a:gradFill>
                          <a:gsLst>
                            <a:gs pos="0">
                              <a:schemeClr val="accent5"/>
                            </a:gs>
                            <a:gs pos="40000">
                              <a:srgbClr val="FF007D"/>
                            </a:gs>
                            <a:gs pos="100000">
                              <a:schemeClr val="accent6"/>
                            </a:gs>
                          </a:gsLst>
                          <a:lin ang="2700000" scaled="1"/>
                        </a:gra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300" b="1" dirty="0">
                          <a:gradFill flip="none" rotWithShape="1">
                            <a:gsLst>
                              <a:gs pos="0">
                                <a:schemeClr val="accent5"/>
                              </a:gs>
                              <a:gs pos="40000">
                                <a:srgbClr val="FF007D"/>
                              </a:gs>
                              <a:gs pos="100000">
                                <a:schemeClr val="accent6"/>
                              </a:gs>
                            </a:gsLst>
                            <a:lin ang="2700000" scaled="1"/>
                            <a:tileRect/>
                          </a:gra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Mobile</a:t>
                      </a:r>
                      <a:endParaRPr lang="fr-FR" sz="1300" b="1" dirty="0">
                        <a:gradFill>
                          <a:gsLst>
                            <a:gs pos="0">
                              <a:schemeClr val="accent5"/>
                            </a:gs>
                            <a:gs pos="40000">
                              <a:srgbClr val="FF007D"/>
                            </a:gs>
                            <a:gs pos="100000">
                              <a:schemeClr val="accent6"/>
                            </a:gs>
                          </a:gsLst>
                          <a:lin ang="2700000" scaled="1"/>
                        </a:gra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172079"/>
                  </a:ext>
                </a:extLst>
              </a:tr>
              <a:tr h="496111">
                <a:tc>
                  <a:txBody>
                    <a:bodyPr/>
                    <a:lstStyle/>
                    <a:p>
                      <a:r>
                        <a:rPr lang="fr-FR" sz="1200" b="1" dirty="0">
                          <a:solidFill>
                            <a:srgbClr val="595959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Nom de service</a:t>
                      </a:r>
                    </a:p>
                  </a:txBody>
                  <a:tcPr>
                    <a:lnL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 dirty="0">
                          <a:solidFill>
                            <a:srgbClr val="595959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Téléphonie fixe et accès Internet Nouméa et Grand Nouméa</a:t>
                      </a:r>
                    </a:p>
                    <a:p>
                      <a:endParaRPr lang="fr-FR" sz="1200" b="1" dirty="0">
                        <a:solidFill>
                          <a:srgbClr val="595959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solidFill>
                            <a:srgbClr val="595959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P. Nom de famille</a:t>
                      </a:r>
                    </a:p>
                  </a:txBody>
                  <a:tcPr>
                    <a:lnL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 err="1">
                          <a:solidFill>
                            <a:srgbClr val="595959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xx.xx.xx</a:t>
                      </a:r>
                      <a:endParaRPr lang="fr-FR" sz="1200" b="1" dirty="0">
                        <a:solidFill>
                          <a:srgbClr val="595959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 err="1">
                          <a:solidFill>
                            <a:srgbClr val="595959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xx.xx.xx</a:t>
                      </a:r>
                      <a:endParaRPr lang="fr-FR" sz="1200" b="1" dirty="0">
                        <a:solidFill>
                          <a:srgbClr val="595959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4061923"/>
                  </a:ext>
                </a:extLst>
              </a:tr>
              <a:tr h="682882">
                <a:tc>
                  <a:txBody>
                    <a:bodyPr/>
                    <a:lstStyle/>
                    <a:p>
                      <a:r>
                        <a:rPr lang="fr-FR" sz="1200" b="1" dirty="0">
                          <a:solidFill>
                            <a:srgbClr val="595959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Nom de service</a:t>
                      </a:r>
                    </a:p>
                  </a:txBody>
                  <a:tcPr>
                    <a:lnL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 dirty="0">
                          <a:solidFill>
                            <a:srgbClr val="595959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Téléphonie fixe et accès Internet Nouméa et Grand Nouméa</a:t>
                      </a:r>
                    </a:p>
                  </a:txBody>
                  <a:tcPr>
                    <a:lnL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solidFill>
                            <a:srgbClr val="595959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P. Nom de famille</a:t>
                      </a:r>
                    </a:p>
                  </a:txBody>
                  <a:tcPr>
                    <a:lnL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 err="1">
                          <a:solidFill>
                            <a:srgbClr val="595959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xx.xx.xx</a:t>
                      </a:r>
                      <a:endParaRPr lang="fr-FR" sz="1200" b="1" dirty="0">
                        <a:solidFill>
                          <a:srgbClr val="595959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 err="1">
                          <a:solidFill>
                            <a:srgbClr val="595959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xx.xx.xx</a:t>
                      </a:r>
                      <a:endParaRPr lang="fr-FR" sz="1200" b="1" dirty="0">
                        <a:solidFill>
                          <a:srgbClr val="595959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0462252"/>
                  </a:ext>
                </a:extLst>
              </a:tr>
              <a:tr h="622570">
                <a:tc>
                  <a:txBody>
                    <a:bodyPr/>
                    <a:lstStyle/>
                    <a:p>
                      <a:r>
                        <a:rPr lang="fr-FR" sz="1200" b="1" dirty="0">
                          <a:solidFill>
                            <a:srgbClr val="595959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Nom de service</a:t>
                      </a:r>
                    </a:p>
                  </a:txBody>
                  <a:tcPr>
                    <a:lnL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 dirty="0">
                          <a:solidFill>
                            <a:srgbClr val="595959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Téléphonie fixe et accès Internet Nouméa et Grand Nouméa</a:t>
                      </a:r>
                    </a:p>
                  </a:txBody>
                  <a:tcPr>
                    <a:lnL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solidFill>
                            <a:srgbClr val="595959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P. Nom de famille</a:t>
                      </a:r>
                    </a:p>
                  </a:txBody>
                  <a:tcPr>
                    <a:lnL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 err="1">
                          <a:solidFill>
                            <a:srgbClr val="595959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xx.xx.xx</a:t>
                      </a:r>
                      <a:endParaRPr lang="fr-FR" sz="1200" b="1" dirty="0">
                        <a:solidFill>
                          <a:srgbClr val="595959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 err="1">
                          <a:solidFill>
                            <a:srgbClr val="595959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xx.xx.xx</a:t>
                      </a:r>
                      <a:endParaRPr lang="fr-FR" sz="1200" b="1" dirty="0">
                        <a:solidFill>
                          <a:srgbClr val="595959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6325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79601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ONNEES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70B38E26-A10B-F742-B0CB-E9C72D009BDF}"/>
              </a:ext>
            </a:extLst>
          </p:cNvPr>
          <p:cNvSpPr/>
          <p:nvPr userDrawn="1"/>
        </p:nvSpPr>
        <p:spPr>
          <a:xfrm>
            <a:off x="2449977" y="1032733"/>
            <a:ext cx="7608423" cy="3962347"/>
          </a:xfrm>
          <a:prstGeom prst="roundRect">
            <a:avLst/>
          </a:prstGeom>
          <a:blipFill dpi="0" rotWithShape="1">
            <a:blip r:embed="rId2" r:link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6E5EF0B0-F84B-9740-8CF8-D150C4FA5836}"/>
              </a:ext>
            </a:extLst>
          </p:cNvPr>
          <p:cNvSpPr/>
          <p:nvPr userDrawn="1"/>
        </p:nvSpPr>
        <p:spPr>
          <a:xfrm>
            <a:off x="832515" y="2715903"/>
            <a:ext cx="3562066" cy="2593075"/>
          </a:xfrm>
          <a:prstGeom prst="roundRect">
            <a:avLst/>
          </a:prstGeom>
          <a:gradFill flip="none" rotWithShape="1">
            <a:gsLst>
              <a:gs pos="0">
                <a:srgbClr val="FF00E3"/>
              </a:gs>
              <a:gs pos="40000">
                <a:srgbClr val="FF007D"/>
              </a:gs>
              <a:gs pos="100000">
                <a:srgbClr val="FF000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Espace réservé du texte 52">
            <a:extLst>
              <a:ext uri="{FF2B5EF4-FFF2-40B4-BE49-F238E27FC236}">
                <a16:creationId xmlns:a16="http://schemas.microsoft.com/office/drawing/2014/main" id="{566719B1-2457-444B-9EBF-DE2DF37B7BB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6091" y="3107354"/>
            <a:ext cx="3480756" cy="111911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Modifier les styles </a:t>
            </a:r>
            <a:br>
              <a:rPr lang="fr-FR" dirty="0"/>
            </a:br>
            <a:r>
              <a:rPr lang="fr-FR" dirty="0"/>
              <a:t>du texte du masque</a:t>
            </a:r>
          </a:p>
        </p:txBody>
      </p:sp>
      <p:sp>
        <p:nvSpPr>
          <p:cNvPr id="39" name="Espace réservé du texte 52">
            <a:extLst>
              <a:ext uri="{FF2B5EF4-FFF2-40B4-BE49-F238E27FC236}">
                <a16:creationId xmlns:a16="http://schemas.microsoft.com/office/drawing/2014/main" id="{3C2CBF34-973B-5649-9CF6-395AD23BBF0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39152" y="5366626"/>
            <a:ext cx="2338256" cy="71144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00000</a:t>
            </a:r>
          </a:p>
        </p:txBody>
      </p:sp>
      <p:sp>
        <p:nvSpPr>
          <p:cNvPr id="40" name="Espace réservé du texte 52">
            <a:extLst>
              <a:ext uri="{FF2B5EF4-FFF2-40B4-BE49-F238E27FC236}">
                <a16:creationId xmlns:a16="http://schemas.microsoft.com/office/drawing/2014/main" id="{DEAAD065-F66C-6D40-A376-9C1E85C31F7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39152" y="6024281"/>
            <a:ext cx="2338256" cy="3765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00000</a:t>
            </a:r>
          </a:p>
        </p:txBody>
      </p:sp>
      <p:sp>
        <p:nvSpPr>
          <p:cNvPr id="41" name="Espace réservé du texte 52">
            <a:extLst>
              <a:ext uri="{FF2B5EF4-FFF2-40B4-BE49-F238E27FC236}">
                <a16:creationId xmlns:a16="http://schemas.microsoft.com/office/drawing/2014/main" id="{3F63C699-26CE-2B4E-B58C-A8AC71048E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872803" y="5373216"/>
            <a:ext cx="2338256" cy="71144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00000</a:t>
            </a:r>
          </a:p>
        </p:txBody>
      </p:sp>
      <p:sp>
        <p:nvSpPr>
          <p:cNvPr id="42" name="Espace réservé du texte 52">
            <a:extLst>
              <a:ext uri="{FF2B5EF4-FFF2-40B4-BE49-F238E27FC236}">
                <a16:creationId xmlns:a16="http://schemas.microsoft.com/office/drawing/2014/main" id="{D675B7D5-BC7D-654B-BDF2-7D366626B52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872803" y="6030871"/>
            <a:ext cx="2338256" cy="3765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00000</a:t>
            </a:r>
          </a:p>
        </p:txBody>
      </p:sp>
      <p:sp>
        <p:nvSpPr>
          <p:cNvPr id="43" name="Espace réservé du texte 52">
            <a:extLst>
              <a:ext uri="{FF2B5EF4-FFF2-40B4-BE49-F238E27FC236}">
                <a16:creationId xmlns:a16="http://schemas.microsoft.com/office/drawing/2014/main" id="{05B75A61-FFB9-074B-9D6D-47544140D08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07139" y="5373216"/>
            <a:ext cx="2338256" cy="71144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00000</a:t>
            </a:r>
          </a:p>
        </p:txBody>
      </p:sp>
      <p:sp>
        <p:nvSpPr>
          <p:cNvPr id="44" name="Espace réservé du texte 52">
            <a:extLst>
              <a:ext uri="{FF2B5EF4-FFF2-40B4-BE49-F238E27FC236}">
                <a16:creationId xmlns:a16="http://schemas.microsoft.com/office/drawing/2014/main" id="{10851B14-B6B6-E341-864C-F55A2B0172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07139" y="6030871"/>
            <a:ext cx="2338256" cy="3765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00000</a:t>
            </a:r>
          </a:p>
        </p:txBody>
      </p:sp>
      <p:sp>
        <p:nvSpPr>
          <p:cNvPr id="45" name="Espace réservé du texte 52">
            <a:extLst>
              <a:ext uri="{FF2B5EF4-FFF2-40B4-BE49-F238E27FC236}">
                <a16:creationId xmlns:a16="http://schemas.microsoft.com/office/drawing/2014/main" id="{62542D1B-8E2A-8143-B34C-18A0C2745D6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916663" y="5373216"/>
            <a:ext cx="2338256" cy="71144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00000</a:t>
            </a:r>
          </a:p>
        </p:txBody>
      </p:sp>
      <p:sp>
        <p:nvSpPr>
          <p:cNvPr id="46" name="Espace réservé du texte 52">
            <a:extLst>
              <a:ext uri="{FF2B5EF4-FFF2-40B4-BE49-F238E27FC236}">
                <a16:creationId xmlns:a16="http://schemas.microsoft.com/office/drawing/2014/main" id="{B6A243BD-09A4-594B-965A-BD67E7A4229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916663" y="6030871"/>
            <a:ext cx="2338256" cy="3765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00000</a:t>
            </a:r>
          </a:p>
        </p:txBody>
      </p:sp>
      <p:sp>
        <p:nvSpPr>
          <p:cNvPr id="47" name="Espace réservé de la date 3">
            <a:extLst>
              <a:ext uri="{FF2B5EF4-FFF2-40B4-BE49-F238E27FC236}">
                <a16:creationId xmlns:a16="http://schemas.microsoft.com/office/drawing/2014/main" id="{8C7C57A1-0252-B24D-A1E9-FBA6BCFE0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8940" y="6551938"/>
            <a:ext cx="2646381" cy="306062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0A9B2A82-ED00-DE47-98EF-F3B3685B1BAA}" type="datetimeFigureOut">
              <a:rPr lang="fr-FR" smtClean="0"/>
              <a:pPr/>
              <a:t>18/08/2026</a:t>
            </a:fld>
            <a:endParaRPr lang="fr-FR" dirty="0"/>
          </a:p>
        </p:txBody>
      </p:sp>
      <p:sp>
        <p:nvSpPr>
          <p:cNvPr id="48" name="Espace réservé du pied de page 4">
            <a:extLst>
              <a:ext uri="{FF2B5EF4-FFF2-40B4-BE49-F238E27FC236}">
                <a16:creationId xmlns:a16="http://schemas.microsoft.com/office/drawing/2014/main" id="{B0D57337-972F-1F45-BC19-6923614DAD8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022899" y="6540649"/>
            <a:ext cx="7810052" cy="306062"/>
          </a:xfrm>
          <a:prstGeom prst="rect">
            <a:avLst/>
          </a:prstGeom>
        </p:spPr>
        <p:txBody>
          <a:bodyPr/>
          <a:lstStyle>
            <a:lvl1pPr algn="ctr">
              <a:defRPr sz="1000" b="0" i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49" name="Espace réservé du numéro de diapositive 5">
            <a:extLst>
              <a:ext uri="{FF2B5EF4-FFF2-40B4-BE49-F238E27FC236}">
                <a16:creationId xmlns:a16="http://schemas.microsoft.com/office/drawing/2014/main" id="{CEC84BD7-BE30-424F-BDBB-1CFEFC59D65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51285" y="6551938"/>
            <a:ext cx="1043160" cy="306062"/>
          </a:xfrm>
          <a:prstGeom prst="rect">
            <a:avLst/>
          </a:prstGeom>
        </p:spPr>
        <p:txBody>
          <a:bodyPr/>
          <a:lstStyle>
            <a:lvl1pPr algn="r">
              <a:defRPr sz="1000" b="0" i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F6BA88AF-DBE7-D24B-8E1A-3AD6DCE18CBF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7" name="Espace réservé du texte 52">
            <a:extLst>
              <a:ext uri="{FF2B5EF4-FFF2-40B4-BE49-F238E27FC236}">
                <a16:creationId xmlns:a16="http://schemas.microsoft.com/office/drawing/2014/main" id="{C8A562DE-C893-43CE-BD38-6AB21BDDD2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27025" y="355221"/>
            <a:ext cx="9909175" cy="6491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gradFill flip="none" rotWithShape="1">
                  <a:gsLst>
                    <a:gs pos="0">
                      <a:srgbClr val="FF00DB"/>
                    </a:gs>
                    <a:gs pos="37000">
                      <a:srgbClr val="FF0080"/>
                    </a:gs>
                    <a:gs pos="100000">
                      <a:srgbClr val="FF0042"/>
                    </a:gs>
                  </a:gsLst>
                  <a:lin ang="18900000" scaled="1"/>
                  <a:tileRect/>
                </a:gra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2473319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ONNE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6E5EF0B0-F84B-9740-8CF8-D150C4FA5836}"/>
              </a:ext>
            </a:extLst>
          </p:cNvPr>
          <p:cNvSpPr/>
          <p:nvPr userDrawn="1"/>
        </p:nvSpPr>
        <p:spPr>
          <a:xfrm>
            <a:off x="832515" y="2715903"/>
            <a:ext cx="3263235" cy="2088661"/>
          </a:xfrm>
          <a:prstGeom prst="roundRect">
            <a:avLst/>
          </a:prstGeom>
          <a:solidFill>
            <a:srgbClr val="A3A9AE"/>
          </a:solidFill>
          <a:ln w="6350">
            <a:gradFill>
              <a:gsLst>
                <a:gs pos="0">
                  <a:srgbClr val="FF00DB"/>
                </a:gs>
                <a:gs pos="40000">
                  <a:srgbClr val="FF008F"/>
                </a:gs>
                <a:gs pos="100000">
                  <a:srgbClr val="FF004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5F6A72"/>
              </a:solidFill>
            </a:endParaRPr>
          </a:p>
        </p:txBody>
      </p:sp>
      <p:sp>
        <p:nvSpPr>
          <p:cNvPr id="38" name="Espace réservé du texte 52">
            <a:extLst>
              <a:ext uri="{FF2B5EF4-FFF2-40B4-BE49-F238E27FC236}">
                <a16:creationId xmlns:a16="http://schemas.microsoft.com/office/drawing/2014/main" id="{566719B1-2457-444B-9EBF-DE2DF37B7BB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6091" y="3107354"/>
            <a:ext cx="3143459" cy="111911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Modifier les styles </a:t>
            </a:r>
            <a:br>
              <a:rPr lang="fr-FR" dirty="0"/>
            </a:br>
            <a:r>
              <a:rPr lang="fr-FR" dirty="0"/>
              <a:t>du texte du masque</a:t>
            </a:r>
          </a:p>
        </p:txBody>
      </p:sp>
      <p:sp>
        <p:nvSpPr>
          <p:cNvPr id="40" name="Espace réservé du texte 52">
            <a:extLst>
              <a:ext uri="{FF2B5EF4-FFF2-40B4-BE49-F238E27FC236}">
                <a16:creationId xmlns:a16="http://schemas.microsoft.com/office/drawing/2014/main" id="{DEAAD065-F66C-6D40-A376-9C1E85C31F7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39152" y="6024281"/>
            <a:ext cx="2338256" cy="3765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00000</a:t>
            </a:r>
          </a:p>
        </p:txBody>
      </p:sp>
      <p:sp>
        <p:nvSpPr>
          <p:cNvPr id="42" name="Espace réservé du texte 52">
            <a:extLst>
              <a:ext uri="{FF2B5EF4-FFF2-40B4-BE49-F238E27FC236}">
                <a16:creationId xmlns:a16="http://schemas.microsoft.com/office/drawing/2014/main" id="{D675B7D5-BC7D-654B-BDF2-7D366626B52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872803" y="6030871"/>
            <a:ext cx="2338256" cy="3765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00000</a:t>
            </a:r>
          </a:p>
        </p:txBody>
      </p:sp>
      <p:sp>
        <p:nvSpPr>
          <p:cNvPr id="44" name="Espace réservé du texte 52">
            <a:extLst>
              <a:ext uri="{FF2B5EF4-FFF2-40B4-BE49-F238E27FC236}">
                <a16:creationId xmlns:a16="http://schemas.microsoft.com/office/drawing/2014/main" id="{10851B14-B6B6-E341-864C-F55A2B0172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07139" y="6030871"/>
            <a:ext cx="2338256" cy="3765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00000</a:t>
            </a:r>
          </a:p>
        </p:txBody>
      </p:sp>
      <p:sp>
        <p:nvSpPr>
          <p:cNvPr id="46" name="Espace réservé du texte 52">
            <a:extLst>
              <a:ext uri="{FF2B5EF4-FFF2-40B4-BE49-F238E27FC236}">
                <a16:creationId xmlns:a16="http://schemas.microsoft.com/office/drawing/2014/main" id="{B6A243BD-09A4-594B-965A-BD67E7A4229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916663" y="6030871"/>
            <a:ext cx="2338256" cy="3765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00000</a:t>
            </a:r>
          </a:p>
        </p:txBody>
      </p:sp>
      <p:sp>
        <p:nvSpPr>
          <p:cNvPr id="47" name="Espace réservé de la date 3">
            <a:extLst>
              <a:ext uri="{FF2B5EF4-FFF2-40B4-BE49-F238E27FC236}">
                <a16:creationId xmlns:a16="http://schemas.microsoft.com/office/drawing/2014/main" id="{8C7C57A1-0252-B24D-A1E9-FBA6BCFE0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8940" y="6551938"/>
            <a:ext cx="2646381" cy="306062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0A9B2A82-ED00-DE47-98EF-F3B3685B1BAA}" type="datetimeFigureOut">
              <a:rPr lang="fr-FR" smtClean="0"/>
              <a:pPr/>
              <a:t>18/08/2026</a:t>
            </a:fld>
            <a:endParaRPr lang="fr-FR" dirty="0"/>
          </a:p>
        </p:txBody>
      </p:sp>
      <p:sp>
        <p:nvSpPr>
          <p:cNvPr id="48" name="Espace réservé du pied de page 4">
            <a:extLst>
              <a:ext uri="{FF2B5EF4-FFF2-40B4-BE49-F238E27FC236}">
                <a16:creationId xmlns:a16="http://schemas.microsoft.com/office/drawing/2014/main" id="{B0D57337-972F-1F45-BC19-6923614DAD8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022899" y="6540649"/>
            <a:ext cx="7810052" cy="306062"/>
          </a:xfrm>
          <a:prstGeom prst="rect">
            <a:avLst/>
          </a:prstGeom>
        </p:spPr>
        <p:txBody>
          <a:bodyPr/>
          <a:lstStyle>
            <a:lvl1pPr algn="ctr">
              <a:defRPr sz="1000" b="0" i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49" name="Espace réservé du numéro de diapositive 5">
            <a:extLst>
              <a:ext uri="{FF2B5EF4-FFF2-40B4-BE49-F238E27FC236}">
                <a16:creationId xmlns:a16="http://schemas.microsoft.com/office/drawing/2014/main" id="{CEC84BD7-BE30-424F-BDBB-1CFEFC59D65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51285" y="6551938"/>
            <a:ext cx="1043160" cy="306062"/>
          </a:xfrm>
          <a:prstGeom prst="rect">
            <a:avLst/>
          </a:prstGeom>
        </p:spPr>
        <p:txBody>
          <a:bodyPr/>
          <a:lstStyle>
            <a:lvl1pPr algn="r">
              <a:defRPr sz="1000" b="0" i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F6BA88AF-DBE7-D24B-8E1A-3AD6DCE18CBF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7" name="Espace réservé du texte 52">
            <a:extLst>
              <a:ext uri="{FF2B5EF4-FFF2-40B4-BE49-F238E27FC236}">
                <a16:creationId xmlns:a16="http://schemas.microsoft.com/office/drawing/2014/main" id="{6C156D38-08F3-4F41-8581-D8561055B4E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913208" y="5332542"/>
            <a:ext cx="2357636" cy="65640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0000</a:t>
            </a:r>
          </a:p>
        </p:txBody>
      </p:sp>
      <p:sp>
        <p:nvSpPr>
          <p:cNvPr id="18" name="Espace réservé du texte 52">
            <a:extLst>
              <a:ext uri="{FF2B5EF4-FFF2-40B4-BE49-F238E27FC236}">
                <a16:creationId xmlns:a16="http://schemas.microsoft.com/office/drawing/2014/main" id="{BF353838-8AB6-4EE7-88D1-0C48B481E96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863113" y="5335005"/>
            <a:ext cx="2357636" cy="65640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0000</a:t>
            </a:r>
          </a:p>
        </p:txBody>
      </p:sp>
      <p:sp>
        <p:nvSpPr>
          <p:cNvPr id="19" name="Espace réservé du texte 52">
            <a:extLst>
              <a:ext uri="{FF2B5EF4-FFF2-40B4-BE49-F238E27FC236}">
                <a16:creationId xmlns:a16="http://schemas.microsoft.com/office/drawing/2014/main" id="{9EA22BF2-7413-4EA2-B5BF-8ACFFF8AFBB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387759" y="5335004"/>
            <a:ext cx="2357636" cy="65640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0000</a:t>
            </a:r>
          </a:p>
        </p:txBody>
      </p:sp>
      <p:sp>
        <p:nvSpPr>
          <p:cNvPr id="20" name="Espace réservé du texte 52">
            <a:extLst>
              <a:ext uri="{FF2B5EF4-FFF2-40B4-BE49-F238E27FC236}">
                <a16:creationId xmlns:a16="http://schemas.microsoft.com/office/drawing/2014/main" id="{6F0FA579-11A2-49A3-A033-7F81A5F5D6C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337664" y="5344406"/>
            <a:ext cx="2357636" cy="65640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0000</a:t>
            </a:r>
          </a:p>
        </p:txBody>
      </p:sp>
      <p:sp>
        <p:nvSpPr>
          <p:cNvPr id="21" name="Espace réservé du texte 52">
            <a:extLst>
              <a:ext uri="{FF2B5EF4-FFF2-40B4-BE49-F238E27FC236}">
                <a16:creationId xmlns:a16="http://schemas.microsoft.com/office/drawing/2014/main" id="{4120C345-FA33-4EDB-AD28-E09637A90AC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27025" y="355221"/>
            <a:ext cx="9909175" cy="6491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gradFill flip="none" rotWithShape="1">
                  <a:gsLst>
                    <a:gs pos="0">
                      <a:srgbClr val="FF00DB"/>
                    </a:gs>
                    <a:gs pos="37000">
                      <a:srgbClr val="FF0080"/>
                    </a:gs>
                    <a:gs pos="100000">
                      <a:srgbClr val="FF0042"/>
                    </a:gs>
                  </a:gsLst>
                  <a:lin ang="18900000" scaled="1"/>
                  <a:tileRect/>
                </a:gra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Espace réservé pour une image  5">
            <a:extLst>
              <a:ext uri="{FF2B5EF4-FFF2-40B4-BE49-F238E27FC236}">
                <a16:creationId xmlns:a16="http://schemas.microsoft.com/office/drawing/2014/main" id="{384F182D-7B33-40DC-9BFD-F0AB96EF5ADD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514850" y="1278831"/>
            <a:ext cx="6436435" cy="3654219"/>
          </a:xfrm>
          <a:prstGeom prst="roundRect">
            <a:avLst/>
          </a:prstGeom>
          <a:ln w="19050">
            <a:noFill/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rgbClr val="595959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dirty="0"/>
              <a:t>Cliquez pour insérer une image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684059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ONNEE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CF036A0-59A6-46AD-AF0B-B6D70AFA7A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21" b="6049"/>
          <a:stretch/>
        </p:blipFill>
        <p:spPr>
          <a:xfrm>
            <a:off x="0" y="415"/>
            <a:ext cx="12192000" cy="6846296"/>
          </a:xfrm>
          <a:prstGeom prst="rect">
            <a:avLst/>
          </a:prstGeom>
        </p:spPr>
      </p:pic>
      <p:pic>
        <p:nvPicPr>
          <p:cNvPr id="49" name="Image 48">
            <a:extLst>
              <a:ext uri="{FF2B5EF4-FFF2-40B4-BE49-F238E27FC236}">
                <a16:creationId xmlns:a16="http://schemas.microsoft.com/office/drawing/2014/main" id="{2849960A-EC27-9A4F-98EF-A1AB825AC5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r:link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25" r="3307" b="5085"/>
          <a:stretch>
            <a:fillRect/>
          </a:stretch>
        </p:blipFill>
        <p:spPr>
          <a:xfrm>
            <a:off x="0" y="3560574"/>
            <a:ext cx="12192000" cy="3287486"/>
          </a:xfrm>
          <a:prstGeom prst="rect">
            <a:avLst/>
          </a:prstGeom>
        </p:spPr>
      </p:pic>
      <p:sp>
        <p:nvSpPr>
          <p:cNvPr id="50" name="Espace réservé du texte 52">
            <a:extLst>
              <a:ext uri="{FF2B5EF4-FFF2-40B4-BE49-F238E27FC236}">
                <a16:creationId xmlns:a16="http://schemas.microsoft.com/office/drawing/2014/main" id="{D1FAA6FE-64D9-9145-97B9-A92156B5CAF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27025" y="355221"/>
            <a:ext cx="9909175" cy="9413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4" name="Espace réservé du texte 52">
            <a:extLst>
              <a:ext uri="{FF2B5EF4-FFF2-40B4-BE49-F238E27FC236}">
                <a16:creationId xmlns:a16="http://schemas.microsoft.com/office/drawing/2014/main" id="{DA6FBFAC-C8C1-D847-AE3B-094A4C856E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79754" y="5142154"/>
            <a:ext cx="2338256" cy="376519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ctr">
              <a:buNone/>
              <a:defRPr sz="2400" b="0" i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00000</a:t>
            </a:r>
          </a:p>
        </p:txBody>
      </p:sp>
      <p:sp>
        <p:nvSpPr>
          <p:cNvPr id="55" name="Espace réservé du texte 52">
            <a:extLst>
              <a:ext uri="{FF2B5EF4-FFF2-40B4-BE49-F238E27FC236}">
                <a16:creationId xmlns:a16="http://schemas.microsoft.com/office/drawing/2014/main" id="{615410F3-F6E4-854F-9338-D93A74AA246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64859" y="5153172"/>
            <a:ext cx="2338256" cy="376519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ctr">
              <a:buNone/>
              <a:defRPr sz="2400" b="0" i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00000</a:t>
            </a:r>
          </a:p>
        </p:txBody>
      </p:sp>
      <p:sp>
        <p:nvSpPr>
          <p:cNvPr id="56" name="Espace réservé du texte 52">
            <a:extLst>
              <a:ext uri="{FF2B5EF4-FFF2-40B4-BE49-F238E27FC236}">
                <a16:creationId xmlns:a16="http://schemas.microsoft.com/office/drawing/2014/main" id="{AB6F03DB-8051-2045-B4CB-1D15A0DD5B1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949965" y="5147072"/>
            <a:ext cx="2338256" cy="376519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ctr">
              <a:buNone/>
              <a:defRPr sz="2400" b="0" i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00000</a:t>
            </a:r>
          </a:p>
        </p:txBody>
      </p:sp>
      <p:sp>
        <p:nvSpPr>
          <p:cNvPr id="57" name="Espace réservé de la date 3">
            <a:extLst>
              <a:ext uri="{FF2B5EF4-FFF2-40B4-BE49-F238E27FC236}">
                <a16:creationId xmlns:a16="http://schemas.microsoft.com/office/drawing/2014/main" id="{7CF77CB1-0531-9342-A916-D41D292259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8940" y="6551938"/>
            <a:ext cx="2646381" cy="306062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0A9B2A82-ED00-DE47-98EF-F3B3685B1BAA}" type="datetimeFigureOut">
              <a:rPr lang="fr-FR" smtClean="0"/>
              <a:pPr/>
              <a:t>18/08/2026</a:t>
            </a:fld>
            <a:endParaRPr lang="fr-FR" dirty="0"/>
          </a:p>
        </p:txBody>
      </p:sp>
      <p:sp>
        <p:nvSpPr>
          <p:cNvPr id="58" name="Espace réservé du pied de page 4">
            <a:extLst>
              <a:ext uri="{FF2B5EF4-FFF2-40B4-BE49-F238E27FC236}">
                <a16:creationId xmlns:a16="http://schemas.microsoft.com/office/drawing/2014/main" id="{018745E3-587E-484F-A7C5-1AD923AC9B7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022899" y="6540649"/>
            <a:ext cx="7810052" cy="306062"/>
          </a:xfrm>
          <a:prstGeom prst="rect">
            <a:avLst/>
          </a:prstGeom>
        </p:spPr>
        <p:txBody>
          <a:bodyPr/>
          <a:lstStyle>
            <a:lvl1pPr algn="ctr">
              <a:defRPr sz="10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59" name="Espace réservé du numéro de diapositive 5">
            <a:extLst>
              <a:ext uri="{FF2B5EF4-FFF2-40B4-BE49-F238E27FC236}">
                <a16:creationId xmlns:a16="http://schemas.microsoft.com/office/drawing/2014/main" id="{C7C1AB27-545B-8840-AC02-2903D92E036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51285" y="6551938"/>
            <a:ext cx="1043160" cy="306062"/>
          </a:xfrm>
          <a:prstGeom prst="rect">
            <a:avLst/>
          </a:prstGeom>
        </p:spPr>
        <p:txBody>
          <a:bodyPr/>
          <a:lstStyle>
            <a:lvl1pPr algn="r">
              <a:defRPr sz="10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F6BA88AF-DBE7-D24B-8E1A-3AD6DCE18CBF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B61E925B-11C6-4F11-B5E1-DD54BE3DE049}"/>
              </a:ext>
            </a:extLst>
          </p:cNvPr>
          <p:cNvSpPr/>
          <p:nvPr userDrawn="1"/>
        </p:nvSpPr>
        <p:spPr>
          <a:xfrm>
            <a:off x="655092" y="2238233"/>
            <a:ext cx="2743200" cy="2743200"/>
          </a:xfrm>
          <a:prstGeom prst="ellipse">
            <a:avLst/>
          </a:prstGeom>
          <a:solidFill>
            <a:srgbClr val="E2E3E3"/>
          </a:solidFill>
          <a:ln w="3175">
            <a:gradFill>
              <a:gsLst>
                <a:gs pos="0">
                  <a:srgbClr val="FF00DB"/>
                </a:gs>
                <a:gs pos="40000">
                  <a:srgbClr val="FF008F"/>
                </a:gs>
                <a:gs pos="100000">
                  <a:srgbClr val="FF0042"/>
                </a:gs>
              </a:gsLst>
              <a:lin ang="5400000" scaled="1"/>
            </a:gra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D09073B7-2D63-46DB-8ECB-65D23ACF0A40}"/>
              </a:ext>
            </a:extLst>
          </p:cNvPr>
          <p:cNvSpPr/>
          <p:nvPr userDrawn="1"/>
        </p:nvSpPr>
        <p:spPr>
          <a:xfrm>
            <a:off x="4675787" y="2188974"/>
            <a:ext cx="2743200" cy="2743200"/>
          </a:xfrm>
          <a:prstGeom prst="ellipse">
            <a:avLst/>
          </a:prstGeom>
          <a:solidFill>
            <a:srgbClr val="E2E3E3"/>
          </a:solidFill>
          <a:ln w="3175">
            <a:gradFill>
              <a:gsLst>
                <a:gs pos="0">
                  <a:srgbClr val="FF00DB"/>
                </a:gs>
                <a:gs pos="40000">
                  <a:srgbClr val="FF008F"/>
                </a:gs>
                <a:gs pos="100000">
                  <a:srgbClr val="FF0042"/>
                </a:gs>
              </a:gsLst>
              <a:lin ang="5400000" scaled="1"/>
            </a:gradFill>
          </a:ln>
          <a:effectLst>
            <a:outerShdw blurRad="50800" dist="38100" algn="l" rotWithShape="0">
              <a:prstClr val="black">
                <a:alpha val="40000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49E7523D-D465-4EC2-9AF9-18680805219F}"/>
              </a:ext>
            </a:extLst>
          </p:cNvPr>
          <p:cNvSpPr/>
          <p:nvPr userDrawn="1"/>
        </p:nvSpPr>
        <p:spPr>
          <a:xfrm>
            <a:off x="8696482" y="2118381"/>
            <a:ext cx="2743200" cy="2743200"/>
          </a:xfrm>
          <a:prstGeom prst="ellipse">
            <a:avLst/>
          </a:prstGeom>
          <a:solidFill>
            <a:srgbClr val="E2E3E3"/>
          </a:solidFill>
          <a:ln w="3175">
            <a:gradFill>
              <a:gsLst>
                <a:gs pos="0">
                  <a:srgbClr val="FF00DB"/>
                </a:gs>
                <a:gs pos="40000">
                  <a:srgbClr val="FF008F"/>
                </a:gs>
                <a:gs pos="100000">
                  <a:srgbClr val="FF0042"/>
                </a:gs>
              </a:gsLst>
              <a:lin ang="5400000" scaled="1"/>
            </a:gra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Espace réservé du texte 52">
            <a:extLst>
              <a:ext uri="{FF2B5EF4-FFF2-40B4-BE49-F238E27FC236}">
                <a16:creationId xmlns:a16="http://schemas.microsoft.com/office/drawing/2014/main" id="{D1120286-0601-4AB9-8B09-31F1FB51D61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3692" y="3096763"/>
            <a:ext cx="2641178" cy="71144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600" b="1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0000</a:t>
            </a:r>
          </a:p>
        </p:txBody>
      </p:sp>
      <p:sp>
        <p:nvSpPr>
          <p:cNvPr id="21" name="Espace réservé du texte 52">
            <a:extLst>
              <a:ext uri="{FF2B5EF4-FFF2-40B4-BE49-F238E27FC236}">
                <a16:creationId xmlns:a16="http://schemas.microsoft.com/office/drawing/2014/main" id="{CA6D0E07-A7A7-4FDD-86F6-826FAF5D86E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713398" y="3096763"/>
            <a:ext cx="2641178" cy="71144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600" b="1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0000</a:t>
            </a:r>
          </a:p>
        </p:txBody>
      </p:sp>
      <p:sp>
        <p:nvSpPr>
          <p:cNvPr id="22" name="Espace réservé du texte 52">
            <a:extLst>
              <a:ext uri="{FF2B5EF4-FFF2-40B4-BE49-F238E27FC236}">
                <a16:creationId xmlns:a16="http://schemas.microsoft.com/office/drawing/2014/main" id="{F3A225CD-47EE-4401-8DBC-6898BDF6071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798504" y="3068960"/>
            <a:ext cx="2641178" cy="71144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600" b="1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0000</a:t>
            </a:r>
          </a:p>
        </p:txBody>
      </p:sp>
    </p:spTree>
    <p:extLst>
      <p:ext uri="{BB962C8B-B14F-4D97-AF65-F5344CB8AC3E}">
        <p14:creationId xmlns:p14="http://schemas.microsoft.com/office/powerpoint/2010/main" val="8890497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4 inf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avec coins arrondis en diagonale 3">
            <a:extLst>
              <a:ext uri="{FF2B5EF4-FFF2-40B4-BE49-F238E27FC236}">
                <a16:creationId xmlns:a16="http://schemas.microsoft.com/office/drawing/2014/main" id="{BAB95B29-8F52-C047-B60F-788F230123A5}"/>
              </a:ext>
            </a:extLst>
          </p:cNvPr>
          <p:cNvSpPr/>
          <p:nvPr userDrawn="1"/>
        </p:nvSpPr>
        <p:spPr>
          <a:xfrm>
            <a:off x="504969" y="1762937"/>
            <a:ext cx="2510718" cy="4403029"/>
          </a:xfrm>
          <a:prstGeom prst="round2DiagRect">
            <a:avLst/>
          </a:prstGeom>
          <a:solidFill>
            <a:srgbClr val="5F6A72"/>
          </a:solidFill>
          <a:ln w="3175">
            <a:gradFill>
              <a:gsLst>
                <a:gs pos="0">
                  <a:srgbClr val="FF00DB"/>
                </a:gs>
                <a:gs pos="40000">
                  <a:srgbClr val="FF008F"/>
                </a:gs>
                <a:gs pos="100000">
                  <a:srgbClr val="FF004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&lt;</a:t>
            </a:r>
          </a:p>
        </p:txBody>
      </p:sp>
      <p:sp>
        <p:nvSpPr>
          <p:cNvPr id="34" name="Rectangle : avec coins arrondis en diagonale 33">
            <a:extLst>
              <a:ext uri="{FF2B5EF4-FFF2-40B4-BE49-F238E27FC236}">
                <a16:creationId xmlns:a16="http://schemas.microsoft.com/office/drawing/2014/main" id="{A9F67FD6-3EE4-AF4B-8585-B4B612E460D2}"/>
              </a:ext>
            </a:extLst>
          </p:cNvPr>
          <p:cNvSpPr/>
          <p:nvPr userDrawn="1"/>
        </p:nvSpPr>
        <p:spPr>
          <a:xfrm>
            <a:off x="3404676" y="1762937"/>
            <a:ext cx="2510718" cy="4403029"/>
          </a:xfrm>
          <a:prstGeom prst="round2DiagRect">
            <a:avLst/>
          </a:prstGeom>
          <a:solidFill>
            <a:srgbClr val="828A8F"/>
          </a:solidFill>
          <a:ln w="3175">
            <a:gradFill>
              <a:gsLst>
                <a:gs pos="0">
                  <a:srgbClr val="FF00DB"/>
                </a:gs>
                <a:gs pos="40000">
                  <a:srgbClr val="FF008F"/>
                </a:gs>
                <a:gs pos="100000">
                  <a:srgbClr val="FF004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Rectangle : avec coins arrondis en diagonale 52">
            <a:extLst>
              <a:ext uri="{FF2B5EF4-FFF2-40B4-BE49-F238E27FC236}">
                <a16:creationId xmlns:a16="http://schemas.microsoft.com/office/drawing/2014/main" id="{7B0A643A-9E6A-EB42-AD12-2A2FDB70874F}"/>
              </a:ext>
            </a:extLst>
          </p:cNvPr>
          <p:cNvSpPr/>
          <p:nvPr userDrawn="1"/>
        </p:nvSpPr>
        <p:spPr>
          <a:xfrm>
            <a:off x="6304383" y="1762937"/>
            <a:ext cx="2510718" cy="4403029"/>
          </a:xfrm>
          <a:prstGeom prst="round2DiagRect">
            <a:avLst/>
          </a:prstGeom>
          <a:solidFill>
            <a:srgbClr val="A3A9AE"/>
          </a:solidFill>
          <a:ln w="3175">
            <a:gradFill>
              <a:gsLst>
                <a:gs pos="0">
                  <a:srgbClr val="FF00DB"/>
                </a:gs>
                <a:gs pos="40000">
                  <a:srgbClr val="FF008F"/>
                </a:gs>
                <a:gs pos="100000">
                  <a:srgbClr val="FF004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Rectangle : avec coins arrondis en diagonale 37">
            <a:extLst>
              <a:ext uri="{FF2B5EF4-FFF2-40B4-BE49-F238E27FC236}">
                <a16:creationId xmlns:a16="http://schemas.microsoft.com/office/drawing/2014/main" id="{5D9BCE0B-B88A-DC47-9E3B-CE6D0C247D8B}"/>
              </a:ext>
            </a:extLst>
          </p:cNvPr>
          <p:cNvSpPr/>
          <p:nvPr userDrawn="1"/>
        </p:nvSpPr>
        <p:spPr>
          <a:xfrm>
            <a:off x="9204090" y="1749289"/>
            <a:ext cx="2510718" cy="4403029"/>
          </a:xfrm>
          <a:prstGeom prst="round2DiagRect">
            <a:avLst/>
          </a:prstGeom>
          <a:solidFill>
            <a:srgbClr val="E2E3E3"/>
          </a:solidFill>
          <a:ln w="3175">
            <a:gradFill>
              <a:gsLst>
                <a:gs pos="0">
                  <a:srgbClr val="FF00DB"/>
                </a:gs>
                <a:gs pos="40000">
                  <a:srgbClr val="FF008F"/>
                </a:gs>
                <a:gs pos="100000">
                  <a:srgbClr val="FF004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Espace réservé du texte 52">
            <a:extLst>
              <a:ext uri="{FF2B5EF4-FFF2-40B4-BE49-F238E27FC236}">
                <a16:creationId xmlns:a16="http://schemas.microsoft.com/office/drawing/2014/main" id="{264FC06C-C20B-4745-802A-760F8F2EAA9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3186" y="2408274"/>
            <a:ext cx="2312894" cy="71144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="1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Inter</a:t>
            </a:r>
          </a:p>
        </p:txBody>
      </p:sp>
      <p:sp>
        <p:nvSpPr>
          <p:cNvPr id="45" name="Espace réservé du texte 52">
            <a:extLst>
              <a:ext uri="{FF2B5EF4-FFF2-40B4-BE49-F238E27FC236}">
                <a16:creationId xmlns:a16="http://schemas.microsoft.com/office/drawing/2014/main" id="{D8BB83F0-6229-A64E-9618-09D699147AD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80913" y="3377636"/>
            <a:ext cx="2334409" cy="71144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Inter</a:t>
            </a:r>
          </a:p>
        </p:txBody>
      </p:sp>
      <p:sp>
        <p:nvSpPr>
          <p:cNvPr id="46" name="Espace réservé du texte 52">
            <a:extLst>
              <a:ext uri="{FF2B5EF4-FFF2-40B4-BE49-F238E27FC236}">
                <a16:creationId xmlns:a16="http://schemas.microsoft.com/office/drawing/2014/main" id="{AE49388F-BA05-5442-A4C5-DD3E5DB8531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503711" y="2438122"/>
            <a:ext cx="2312894" cy="71144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="1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Inter</a:t>
            </a:r>
          </a:p>
        </p:txBody>
      </p:sp>
      <p:sp>
        <p:nvSpPr>
          <p:cNvPr id="47" name="Espace réservé du texte 52">
            <a:extLst>
              <a:ext uri="{FF2B5EF4-FFF2-40B4-BE49-F238E27FC236}">
                <a16:creationId xmlns:a16="http://schemas.microsoft.com/office/drawing/2014/main" id="{9170F32A-5F3D-4249-94D1-0167883F4B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71438" y="3407484"/>
            <a:ext cx="2334409" cy="71144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Inter</a:t>
            </a:r>
          </a:p>
        </p:txBody>
      </p:sp>
      <p:sp>
        <p:nvSpPr>
          <p:cNvPr id="48" name="Espace réservé du texte 52">
            <a:extLst>
              <a:ext uri="{FF2B5EF4-FFF2-40B4-BE49-F238E27FC236}">
                <a16:creationId xmlns:a16="http://schemas.microsoft.com/office/drawing/2014/main" id="{C1B7EECD-1F7D-3441-8855-383BA98C2EB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16306" y="2420888"/>
            <a:ext cx="2312894" cy="71144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="1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Inter</a:t>
            </a:r>
          </a:p>
        </p:txBody>
      </p:sp>
      <p:sp>
        <p:nvSpPr>
          <p:cNvPr id="60" name="Espace réservé du texte 52">
            <a:extLst>
              <a:ext uri="{FF2B5EF4-FFF2-40B4-BE49-F238E27FC236}">
                <a16:creationId xmlns:a16="http://schemas.microsoft.com/office/drawing/2014/main" id="{63653DBB-485F-B040-A2FE-EC636E6298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84033" y="3390250"/>
            <a:ext cx="2334409" cy="71144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Inter</a:t>
            </a:r>
          </a:p>
        </p:txBody>
      </p:sp>
      <p:sp>
        <p:nvSpPr>
          <p:cNvPr id="61" name="Espace réservé du texte 52">
            <a:extLst>
              <a:ext uri="{FF2B5EF4-FFF2-40B4-BE49-F238E27FC236}">
                <a16:creationId xmlns:a16="http://schemas.microsoft.com/office/drawing/2014/main" id="{DE6A101F-1551-624F-B479-ACA14D954CF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318142" y="2420888"/>
            <a:ext cx="2312894" cy="71144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="1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Inter</a:t>
            </a:r>
          </a:p>
        </p:txBody>
      </p:sp>
      <p:sp>
        <p:nvSpPr>
          <p:cNvPr id="62" name="Espace réservé du texte 52">
            <a:extLst>
              <a:ext uri="{FF2B5EF4-FFF2-40B4-BE49-F238E27FC236}">
                <a16:creationId xmlns:a16="http://schemas.microsoft.com/office/drawing/2014/main" id="{9EF23378-B8DC-CE41-932C-7EBD84765B3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285869" y="3390250"/>
            <a:ext cx="2334409" cy="71144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Inter</a:t>
            </a:r>
          </a:p>
        </p:txBody>
      </p:sp>
      <p:sp>
        <p:nvSpPr>
          <p:cNvPr id="63" name="Espace réservé de la date 3">
            <a:extLst>
              <a:ext uri="{FF2B5EF4-FFF2-40B4-BE49-F238E27FC236}">
                <a16:creationId xmlns:a16="http://schemas.microsoft.com/office/drawing/2014/main" id="{B88DEF22-70B9-4841-A85A-B00190327D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8940" y="6551938"/>
            <a:ext cx="2646381" cy="306062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0A9B2A82-ED00-DE47-98EF-F3B3685B1BAA}" type="datetimeFigureOut">
              <a:rPr lang="fr-FR" smtClean="0"/>
              <a:pPr/>
              <a:t>18/08/2026</a:t>
            </a:fld>
            <a:endParaRPr lang="fr-FR" dirty="0"/>
          </a:p>
        </p:txBody>
      </p:sp>
      <p:sp>
        <p:nvSpPr>
          <p:cNvPr id="64" name="Espace réservé du pied de page 4">
            <a:extLst>
              <a:ext uri="{FF2B5EF4-FFF2-40B4-BE49-F238E27FC236}">
                <a16:creationId xmlns:a16="http://schemas.microsoft.com/office/drawing/2014/main" id="{B1FC95A6-282A-5743-98C4-436657BEBDF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022899" y="6540649"/>
            <a:ext cx="7810052" cy="306062"/>
          </a:xfrm>
          <a:prstGeom prst="rect">
            <a:avLst/>
          </a:prstGeom>
        </p:spPr>
        <p:txBody>
          <a:bodyPr/>
          <a:lstStyle>
            <a:lvl1pPr algn="ctr">
              <a:defRPr sz="1000" b="0" i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65" name="Espace réservé du numéro de diapositive 5">
            <a:extLst>
              <a:ext uri="{FF2B5EF4-FFF2-40B4-BE49-F238E27FC236}">
                <a16:creationId xmlns:a16="http://schemas.microsoft.com/office/drawing/2014/main" id="{C7842274-2DD2-1347-BBFE-AA9CBFE1191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51285" y="6551938"/>
            <a:ext cx="1043160" cy="306062"/>
          </a:xfrm>
          <a:prstGeom prst="rect">
            <a:avLst/>
          </a:prstGeom>
        </p:spPr>
        <p:txBody>
          <a:bodyPr/>
          <a:lstStyle>
            <a:lvl1pPr algn="r">
              <a:defRPr sz="1000" b="0" i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F6BA88AF-DBE7-D24B-8E1A-3AD6DCE18CBF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0" name="Espace réservé du texte 52">
            <a:extLst>
              <a:ext uri="{FF2B5EF4-FFF2-40B4-BE49-F238E27FC236}">
                <a16:creationId xmlns:a16="http://schemas.microsoft.com/office/drawing/2014/main" id="{B20D5565-5DC4-4A75-B3E4-4EFBABDEC57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27025" y="355221"/>
            <a:ext cx="9909175" cy="6491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gradFill flip="none" rotWithShape="1">
                  <a:gsLst>
                    <a:gs pos="0">
                      <a:srgbClr val="FF00DB"/>
                    </a:gs>
                    <a:gs pos="37000">
                      <a:srgbClr val="FF0080"/>
                    </a:gs>
                    <a:gs pos="100000">
                      <a:srgbClr val="FF0042"/>
                    </a:gs>
                  </a:gsLst>
                  <a:lin ang="18900000" scaled="1"/>
                  <a:tileRect/>
                </a:gra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0543445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simpl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Espace réservé du texte 52">
            <a:extLst>
              <a:ext uri="{FF2B5EF4-FFF2-40B4-BE49-F238E27FC236}">
                <a16:creationId xmlns:a16="http://schemas.microsoft.com/office/drawing/2014/main" id="{C6FD1EFC-CB91-F04B-AB29-0CDB2BF7C78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641651" y="1612363"/>
            <a:ext cx="5935156" cy="405020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Body</a:t>
            </a:r>
          </a:p>
        </p:txBody>
      </p:sp>
      <p:sp>
        <p:nvSpPr>
          <p:cNvPr id="57" name="Espace réservé de la date 3">
            <a:extLst>
              <a:ext uri="{FF2B5EF4-FFF2-40B4-BE49-F238E27FC236}">
                <a16:creationId xmlns:a16="http://schemas.microsoft.com/office/drawing/2014/main" id="{C6DC36E7-1D6B-E849-90E4-F9AEF2C66B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8940" y="6551938"/>
            <a:ext cx="2646381" cy="306062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0A9B2A82-ED00-DE47-98EF-F3B3685B1BAA}" type="datetimeFigureOut">
              <a:rPr lang="fr-FR" smtClean="0"/>
              <a:pPr/>
              <a:t>18/08/2026</a:t>
            </a:fld>
            <a:endParaRPr lang="fr-FR" dirty="0"/>
          </a:p>
        </p:txBody>
      </p:sp>
      <p:sp>
        <p:nvSpPr>
          <p:cNvPr id="58" name="Espace réservé du pied de page 4">
            <a:extLst>
              <a:ext uri="{FF2B5EF4-FFF2-40B4-BE49-F238E27FC236}">
                <a16:creationId xmlns:a16="http://schemas.microsoft.com/office/drawing/2014/main" id="{E0FD63BB-DBFE-B64E-820A-F2182987400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022899" y="6540649"/>
            <a:ext cx="7810052" cy="306062"/>
          </a:xfrm>
          <a:prstGeom prst="rect">
            <a:avLst/>
          </a:prstGeom>
        </p:spPr>
        <p:txBody>
          <a:bodyPr/>
          <a:lstStyle>
            <a:lvl1pPr algn="ctr">
              <a:defRPr sz="1000" b="0" i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59" name="Espace réservé du numéro de diapositive 5">
            <a:extLst>
              <a:ext uri="{FF2B5EF4-FFF2-40B4-BE49-F238E27FC236}">
                <a16:creationId xmlns:a16="http://schemas.microsoft.com/office/drawing/2014/main" id="{2D6C78DB-0D93-644D-ACCF-6A0A798B251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51285" y="6551938"/>
            <a:ext cx="1043160" cy="306062"/>
          </a:xfrm>
          <a:prstGeom prst="rect">
            <a:avLst/>
          </a:prstGeom>
        </p:spPr>
        <p:txBody>
          <a:bodyPr/>
          <a:lstStyle>
            <a:lvl1pPr algn="r">
              <a:defRPr sz="1000" b="0" i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F6BA88AF-DBE7-D24B-8E1A-3AD6DCE18CBF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7" name="Espace réservé du texte 52">
            <a:extLst>
              <a:ext uri="{FF2B5EF4-FFF2-40B4-BE49-F238E27FC236}">
                <a16:creationId xmlns:a16="http://schemas.microsoft.com/office/drawing/2014/main" id="{006879E7-A738-490E-AAD3-2A01A7F6B39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641651" y="355221"/>
            <a:ext cx="6232486" cy="9473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gradFill flip="none" rotWithShape="1">
                  <a:gsLst>
                    <a:gs pos="0">
                      <a:srgbClr val="FF00DB"/>
                    </a:gs>
                    <a:gs pos="37000">
                      <a:srgbClr val="FF0080"/>
                    </a:gs>
                    <a:gs pos="100000">
                      <a:srgbClr val="FF0042"/>
                    </a:gs>
                  </a:gsLst>
                  <a:lin ang="18900000" scaled="1"/>
                  <a:tileRect/>
                </a:gra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5599381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3 infos +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99C27F2B-5AA5-1044-B290-AA64A1E5E3E7}"/>
              </a:ext>
            </a:extLst>
          </p:cNvPr>
          <p:cNvSpPr/>
          <p:nvPr userDrawn="1"/>
        </p:nvSpPr>
        <p:spPr>
          <a:xfrm>
            <a:off x="7595105" y="3212976"/>
            <a:ext cx="2808513" cy="3670663"/>
          </a:xfrm>
          <a:prstGeom prst="rect">
            <a:avLst/>
          </a:prstGeom>
          <a:solidFill>
            <a:srgbClr val="A3A9AE"/>
          </a:solidFill>
          <a:ln w="3175">
            <a:gradFill>
              <a:gsLst>
                <a:gs pos="0">
                  <a:srgbClr val="FF00DB"/>
                </a:gs>
                <a:gs pos="40000">
                  <a:srgbClr val="FF008F"/>
                </a:gs>
                <a:gs pos="100000">
                  <a:srgbClr val="FF004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35F37C4-E925-444A-9D09-69F164ED9659}"/>
              </a:ext>
            </a:extLst>
          </p:cNvPr>
          <p:cNvSpPr/>
          <p:nvPr userDrawn="1"/>
        </p:nvSpPr>
        <p:spPr>
          <a:xfrm>
            <a:off x="4413690" y="3212976"/>
            <a:ext cx="2808513" cy="3670663"/>
          </a:xfrm>
          <a:prstGeom prst="rect">
            <a:avLst/>
          </a:prstGeom>
          <a:solidFill>
            <a:srgbClr val="828A8F"/>
          </a:solidFill>
          <a:ln w="3175">
            <a:gradFill>
              <a:gsLst>
                <a:gs pos="0">
                  <a:srgbClr val="FF00DB"/>
                </a:gs>
                <a:gs pos="40000">
                  <a:srgbClr val="FF008F"/>
                </a:gs>
                <a:gs pos="100000">
                  <a:srgbClr val="FF004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BA9DC3-1672-2043-9155-B98A7AB7490B}"/>
              </a:ext>
            </a:extLst>
          </p:cNvPr>
          <p:cNvSpPr/>
          <p:nvPr userDrawn="1"/>
        </p:nvSpPr>
        <p:spPr>
          <a:xfrm>
            <a:off x="1175657" y="3187337"/>
            <a:ext cx="2808513" cy="3670663"/>
          </a:xfrm>
          <a:prstGeom prst="rect">
            <a:avLst/>
          </a:prstGeom>
          <a:solidFill>
            <a:srgbClr val="5F6A72"/>
          </a:solidFill>
          <a:ln w="3175">
            <a:gradFill>
              <a:gsLst>
                <a:gs pos="40000">
                  <a:srgbClr val="FF008F"/>
                </a:gs>
                <a:gs pos="0">
                  <a:srgbClr val="FF00DB"/>
                </a:gs>
                <a:gs pos="100000">
                  <a:srgbClr val="FF004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5F6A72"/>
              </a:solidFill>
            </a:endParaRPr>
          </a:p>
        </p:txBody>
      </p:sp>
      <p:sp>
        <p:nvSpPr>
          <p:cNvPr id="50" name="Espace réservé du texte 52">
            <a:extLst>
              <a:ext uri="{FF2B5EF4-FFF2-40B4-BE49-F238E27FC236}">
                <a16:creationId xmlns:a16="http://schemas.microsoft.com/office/drawing/2014/main" id="{3A095E27-ECBD-C540-B3EE-643544F51C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24066" y="4613592"/>
            <a:ext cx="2689412" cy="50704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Inter</a:t>
            </a:r>
          </a:p>
        </p:txBody>
      </p:sp>
      <p:sp>
        <p:nvSpPr>
          <p:cNvPr id="51" name="Espace réservé du texte 52">
            <a:extLst>
              <a:ext uri="{FF2B5EF4-FFF2-40B4-BE49-F238E27FC236}">
                <a16:creationId xmlns:a16="http://schemas.microsoft.com/office/drawing/2014/main" id="{6C826156-98D1-6949-9F6E-AA56538FE57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34825" y="5185186"/>
            <a:ext cx="2670997" cy="97894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Body</a:t>
            </a:r>
          </a:p>
        </p:txBody>
      </p:sp>
      <p:sp>
        <p:nvSpPr>
          <p:cNvPr id="52" name="Espace réservé du texte 52">
            <a:extLst>
              <a:ext uri="{FF2B5EF4-FFF2-40B4-BE49-F238E27FC236}">
                <a16:creationId xmlns:a16="http://schemas.microsoft.com/office/drawing/2014/main" id="{2A8743B9-14E5-9941-85AE-E16D86F988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64182" y="4591886"/>
            <a:ext cx="2689412" cy="50704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Inter</a:t>
            </a:r>
          </a:p>
        </p:txBody>
      </p:sp>
      <p:sp>
        <p:nvSpPr>
          <p:cNvPr id="53" name="Espace réservé du texte 52">
            <a:extLst>
              <a:ext uri="{FF2B5EF4-FFF2-40B4-BE49-F238E27FC236}">
                <a16:creationId xmlns:a16="http://schemas.microsoft.com/office/drawing/2014/main" id="{42031C82-3898-E54A-BE13-3EDF987A9AC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74941" y="5163480"/>
            <a:ext cx="2670997" cy="97894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Body</a:t>
            </a:r>
          </a:p>
        </p:txBody>
      </p:sp>
      <p:sp>
        <p:nvSpPr>
          <p:cNvPr id="54" name="Espace réservé du texte 52">
            <a:extLst>
              <a:ext uri="{FF2B5EF4-FFF2-40B4-BE49-F238E27FC236}">
                <a16:creationId xmlns:a16="http://schemas.microsoft.com/office/drawing/2014/main" id="{600D90A7-63E0-A842-B715-A9E83CADE3A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643292" y="4613402"/>
            <a:ext cx="2689412" cy="50704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Inter</a:t>
            </a:r>
          </a:p>
        </p:txBody>
      </p:sp>
      <p:sp>
        <p:nvSpPr>
          <p:cNvPr id="55" name="Espace réservé du texte 52">
            <a:extLst>
              <a:ext uri="{FF2B5EF4-FFF2-40B4-BE49-F238E27FC236}">
                <a16:creationId xmlns:a16="http://schemas.microsoft.com/office/drawing/2014/main" id="{FCD5CF3C-D2E5-E946-BF8D-1FEB19B91B0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654051" y="5184996"/>
            <a:ext cx="2670997" cy="97894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Body</a:t>
            </a:r>
          </a:p>
        </p:txBody>
      </p:sp>
      <p:sp>
        <p:nvSpPr>
          <p:cNvPr id="57" name="Espace réservé du texte 52">
            <a:extLst>
              <a:ext uri="{FF2B5EF4-FFF2-40B4-BE49-F238E27FC236}">
                <a16:creationId xmlns:a16="http://schemas.microsoft.com/office/drawing/2014/main" id="{94643A88-FD2A-064C-8A1C-191B69DC14C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3336" y="1236864"/>
            <a:ext cx="9466730" cy="39749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Inter</a:t>
            </a:r>
          </a:p>
        </p:txBody>
      </p:sp>
      <p:sp>
        <p:nvSpPr>
          <p:cNvPr id="58" name="Espace réservé de la date 3">
            <a:extLst>
              <a:ext uri="{FF2B5EF4-FFF2-40B4-BE49-F238E27FC236}">
                <a16:creationId xmlns:a16="http://schemas.microsoft.com/office/drawing/2014/main" id="{6F7088A7-540C-5642-9AE3-B5F4E2F3A2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8940" y="6551938"/>
            <a:ext cx="2646381" cy="306062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0A9B2A82-ED00-DE47-98EF-F3B3685B1BAA}" type="datetimeFigureOut">
              <a:rPr lang="fr-FR" smtClean="0"/>
              <a:pPr/>
              <a:t>18/08/2026</a:t>
            </a:fld>
            <a:endParaRPr lang="fr-FR" dirty="0"/>
          </a:p>
        </p:txBody>
      </p:sp>
      <p:sp>
        <p:nvSpPr>
          <p:cNvPr id="59" name="Espace réservé du pied de page 4">
            <a:extLst>
              <a:ext uri="{FF2B5EF4-FFF2-40B4-BE49-F238E27FC236}">
                <a16:creationId xmlns:a16="http://schemas.microsoft.com/office/drawing/2014/main" id="{F07A68A3-9699-4B43-A32E-D858196B564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022899" y="6540649"/>
            <a:ext cx="7810052" cy="306062"/>
          </a:xfrm>
          <a:prstGeom prst="rect">
            <a:avLst/>
          </a:prstGeom>
        </p:spPr>
        <p:txBody>
          <a:bodyPr/>
          <a:lstStyle>
            <a:lvl1pPr algn="ctr">
              <a:defRPr sz="10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60" name="Espace réservé du numéro de diapositive 5">
            <a:extLst>
              <a:ext uri="{FF2B5EF4-FFF2-40B4-BE49-F238E27FC236}">
                <a16:creationId xmlns:a16="http://schemas.microsoft.com/office/drawing/2014/main" id="{9D93B37A-5A15-6C4E-9B1D-3FFEFC8DAEA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51285" y="6551938"/>
            <a:ext cx="1043160" cy="306062"/>
          </a:xfrm>
          <a:prstGeom prst="rect">
            <a:avLst/>
          </a:prstGeom>
        </p:spPr>
        <p:txBody>
          <a:bodyPr/>
          <a:lstStyle>
            <a:lvl1pPr algn="r">
              <a:defRPr sz="10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F6BA88AF-DBE7-D24B-8E1A-3AD6DCE18CBF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2" name="Espace réservé du texte 52">
            <a:extLst>
              <a:ext uri="{FF2B5EF4-FFF2-40B4-BE49-F238E27FC236}">
                <a16:creationId xmlns:a16="http://schemas.microsoft.com/office/drawing/2014/main" id="{C4BF30BD-AFA3-4D4D-875C-A8ADC205D7E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3336" y="355221"/>
            <a:ext cx="11400801" cy="625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gradFill flip="none" rotWithShape="1">
                  <a:gsLst>
                    <a:gs pos="0">
                      <a:srgbClr val="FF00DB"/>
                    </a:gs>
                    <a:gs pos="37000">
                      <a:srgbClr val="FF0080"/>
                    </a:gs>
                    <a:gs pos="100000">
                      <a:srgbClr val="FF0042"/>
                    </a:gs>
                  </a:gsLst>
                  <a:lin ang="18900000" scaled="1"/>
                  <a:tileRect/>
                </a:gra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Espace réservé pour une image  2">
            <a:extLst>
              <a:ext uri="{FF2B5EF4-FFF2-40B4-BE49-F238E27FC236}">
                <a16:creationId xmlns:a16="http://schemas.microsoft.com/office/drawing/2014/main" id="{3224804D-0B34-4A01-94D0-A050F351A69E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4411946" y="1785964"/>
            <a:ext cx="2808514" cy="2805922"/>
          </a:xfrm>
          <a:prstGeom prst="ellipse">
            <a:avLst/>
          </a:prstGeom>
          <a:ln w="28575" cap="sq">
            <a:solidFill>
              <a:schemeClr val="bg1">
                <a:alpha val="0"/>
              </a:schemeClr>
            </a:solidFill>
          </a:ln>
          <a:effectLst>
            <a:softEdge rad="0"/>
          </a:effectLst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rgbClr val="595959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dirty="0"/>
              <a:t>Cliquez pour insérer une image</a:t>
            </a:r>
          </a:p>
          <a:p>
            <a:endParaRPr lang="fr-FR" dirty="0"/>
          </a:p>
        </p:txBody>
      </p:sp>
      <p:sp>
        <p:nvSpPr>
          <p:cNvPr id="24" name="Espace réservé pour une image  2">
            <a:extLst>
              <a:ext uri="{FF2B5EF4-FFF2-40B4-BE49-F238E27FC236}">
                <a16:creationId xmlns:a16="http://schemas.microsoft.com/office/drawing/2014/main" id="{BD069331-FD7B-4F25-AA72-FF4AB3D7CE2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7593362" y="1785964"/>
            <a:ext cx="2808514" cy="2805922"/>
          </a:xfrm>
          <a:prstGeom prst="ellipse">
            <a:avLst/>
          </a:prstGeom>
          <a:ln w="28575" cap="sq">
            <a:solidFill>
              <a:schemeClr val="bg1">
                <a:alpha val="0"/>
              </a:schemeClr>
            </a:solidFill>
          </a:ln>
          <a:effectLst>
            <a:softEdge rad="0"/>
          </a:effectLst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rgbClr val="595959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dirty="0"/>
              <a:t>Cliquez pour insérer une image</a:t>
            </a:r>
          </a:p>
          <a:p>
            <a:endParaRPr lang="fr-FR" dirty="0"/>
          </a:p>
        </p:txBody>
      </p:sp>
      <p:sp>
        <p:nvSpPr>
          <p:cNvPr id="25" name="Espace réservé pour une image  2">
            <a:extLst>
              <a:ext uri="{FF2B5EF4-FFF2-40B4-BE49-F238E27FC236}">
                <a16:creationId xmlns:a16="http://schemas.microsoft.com/office/drawing/2014/main" id="{A8201DE0-FA47-4A58-A910-077BF022D5C7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175656" y="1794849"/>
            <a:ext cx="2808514" cy="2805922"/>
          </a:xfrm>
          <a:prstGeom prst="ellipse">
            <a:avLst/>
          </a:prstGeom>
          <a:ln w="28575" cap="sq">
            <a:solidFill>
              <a:schemeClr val="bg1">
                <a:alpha val="0"/>
              </a:schemeClr>
            </a:solidFill>
          </a:ln>
          <a:effectLst>
            <a:softEdge rad="0"/>
          </a:effectLst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rgbClr val="595959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dirty="0"/>
              <a:t>Cliquez pour insérer une image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611283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fr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7A3F5F4B-3F98-48F0-A676-8407D381F76E}"/>
              </a:ext>
            </a:extLst>
          </p:cNvPr>
          <p:cNvSpPr/>
          <p:nvPr userDrawn="1"/>
        </p:nvSpPr>
        <p:spPr>
          <a:xfrm>
            <a:off x="0" y="5962650"/>
            <a:ext cx="12192000" cy="895350"/>
          </a:xfrm>
          <a:prstGeom prst="rect">
            <a:avLst/>
          </a:prstGeom>
          <a:solidFill>
            <a:srgbClr val="E2E3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7C421CB2-9B0A-694E-9D24-6CA625B07122}"/>
              </a:ext>
            </a:extLst>
          </p:cNvPr>
          <p:cNvGrpSpPr/>
          <p:nvPr userDrawn="1"/>
        </p:nvGrpSpPr>
        <p:grpSpPr>
          <a:xfrm>
            <a:off x="8443020" y="2293788"/>
            <a:ext cx="3005906" cy="1346395"/>
            <a:chOff x="491319" y="2866030"/>
            <a:chExt cx="2620370" cy="1173707"/>
          </a:xfrm>
          <a:solidFill>
            <a:srgbClr val="E2E3E3"/>
          </a:solidFill>
        </p:grpSpPr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D20C3684-51F7-0144-B3A9-B03E034F6FA5}"/>
                </a:ext>
              </a:extLst>
            </p:cNvPr>
            <p:cNvSpPr/>
            <p:nvPr userDrawn="1"/>
          </p:nvSpPr>
          <p:spPr>
            <a:xfrm>
              <a:off x="1937982" y="2866030"/>
              <a:ext cx="1173707" cy="117370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8" name="Rectangle : coins arrondis 37">
              <a:extLst>
                <a:ext uri="{FF2B5EF4-FFF2-40B4-BE49-F238E27FC236}">
                  <a16:creationId xmlns:a16="http://schemas.microsoft.com/office/drawing/2014/main" id="{B6D2734E-D61D-1249-83A3-DECE8F1C88DB}"/>
                </a:ext>
              </a:extLst>
            </p:cNvPr>
            <p:cNvSpPr/>
            <p:nvPr userDrawn="1"/>
          </p:nvSpPr>
          <p:spPr>
            <a:xfrm>
              <a:off x="491319" y="2866030"/>
              <a:ext cx="2156347" cy="117370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highlight>
                  <a:srgbClr val="A51890"/>
                </a:highlight>
              </a:endParaRPr>
            </a:p>
          </p:txBody>
        </p:sp>
      </p:grp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76FB8357-3C28-B147-89E9-FB578FB933CE}"/>
              </a:ext>
            </a:extLst>
          </p:cNvPr>
          <p:cNvGrpSpPr/>
          <p:nvPr userDrawn="1"/>
        </p:nvGrpSpPr>
        <p:grpSpPr>
          <a:xfrm>
            <a:off x="6065430" y="2293788"/>
            <a:ext cx="3005906" cy="1346395"/>
            <a:chOff x="491319" y="2866030"/>
            <a:chExt cx="2620370" cy="1173707"/>
          </a:xfrm>
          <a:solidFill>
            <a:schemeClr val="bg1"/>
          </a:solidFill>
        </p:grpSpPr>
        <p:sp>
          <p:nvSpPr>
            <p:cNvPr id="34" name="Ellipse 33">
              <a:extLst>
                <a:ext uri="{FF2B5EF4-FFF2-40B4-BE49-F238E27FC236}">
                  <a16:creationId xmlns:a16="http://schemas.microsoft.com/office/drawing/2014/main" id="{2CF816AC-1618-5E4D-AD8D-2838171FEC76}"/>
                </a:ext>
              </a:extLst>
            </p:cNvPr>
            <p:cNvSpPr/>
            <p:nvPr userDrawn="1"/>
          </p:nvSpPr>
          <p:spPr>
            <a:xfrm>
              <a:off x="1937982" y="2866030"/>
              <a:ext cx="1173707" cy="117370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5" name="Rectangle : coins arrondis 34">
              <a:extLst>
                <a:ext uri="{FF2B5EF4-FFF2-40B4-BE49-F238E27FC236}">
                  <a16:creationId xmlns:a16="http://schemas.microsoft.com/office/drawing/2014/main" id="{ED8C5EF1-151E-DB4D-9430-4CD860A56589}"/>
                </a:ext>
              </a:extLst>
            </p:cNvPr>
            <p:cNvSpPr/>
            <p:nvPr userDrawn="1"/>
          </p:nvSpPr>
          <p:spPr>
            <a:xfrm>
              <a:off x="491319" y="2866030"/>
              <a:ext cx="2156347" cy="117370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highlight>
                  <a:srgbClr val="A51890"/>
                </a:highlight>
              </a:endParaRPr>
            </a:p>
          </p:txBody>
        </p:sp>
      </p:grp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88270E12-C886-3348-9B1C-99CD52C00A48}"/>
              </a:ext>
            </a:extLst>
          </p:cNvPr>
          <p:cNvGrpSpPr/>
          <p:nvPr userDrawn="1"/>
        </p:nvGrpSpPr>
        <p:grpSpPr>
          <a:xfrm>
            <a:off x="5752770" y="2293788"/>
            <a:ext cx="3005906" cy="1346395"/>
            <a:chOff x="491319" y="2866030"/>
            <a:chExt cx="2620370" cy="1173707"/>
          </a:xfrm>
          <a:solidFill>
            <a:srgbClr val="E2E3E3"/>
          </a:solidFill>
        </p:grpSpPr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13737BB0-8054-2941-B2A1-E0509C5DD9E5}"/>
                </a:ext>
              </a:extLst>
            </p:cNvPr>
            <p:cNvSpPr/>
            <p:nvPr userDrawn="1"/>
          </p:nvSpPr>
          <p:spPr>
            <a:xfrm>
              <a:off x="1937982" y="2866030"/>
              <a:ext cx="1173707" cy="117370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2" name="Rectangle : coins arrondis 31">
              <a:extLst>
                <a:ext uri="{FF2B5EF4-FFF2-40B4-BE49-F238E27FC236}">
                  <a16:creationId xmlns:a16="http://schemas.microsoft.com/office/drawing/2014/main" id="{64048E62-6679-6F4D-8FFD-FAABB7DBF4BB}"/>
                </a:ext>
              </a:extLst>
            </p:cNvPr>
            <p:cNvSpPr/>
            <p:nvPr userDrawn="1"/>
          </p:nvSpPr>
          <p:spPr>
            <a:xfrm>
              <a:off x="491319" y="2866030"/>
              <a:ext cx="2156347" cy="117370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highlight>
                  <a:srgbClr val="A51890"/>
                </a:highlight>
              </a:endParaRPr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757CF6BC-26EF-4742-87A1-369A3A4AD2D0}"/>
              </a:ext>
            </a:extLst>
          </p:cNvPr>
          <p:cNvGrpSpPr/>
          <p:nvPr userDrawn="1"/>
        </p:nvGrpSpPr>
        <p:grpSpPr>
          <a:xfrm>
            <a:off x="3401121" y="2293788"/>
            <a:ext cx="3068530" cy="1346395"/>
            <a:chOff x="491319" y="2866030"/>
            <a:chExt cx="2674962" cy="1173707"/>
          </a:xfrm>
          <a:solidFill>
            <a:schemeClr val="bg1"/>
          </a:solidFill>
        </p:grpSpPr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B111CF68-7E36-A84A-9C0C-2AB9CC4E2B21}"/>
                </a:ext>
              </a:extLst>
            </p:cNvPr>
            <p:cNvSpPr/>
            <p:nvPr userDrawn="1"/>
          </p:nvSpPr>
          <p:spPr>
            <a:xfrm>
              <a:off x="1992574" y="2866030"/>
              <a:ext cx="1173707" cy="117370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9" name="Rectangle : coins arrondis 28">
              <a:extLst>
                <a:ext uri="{FF2B5EF4-FFF2-40B4-BE49-F238E27FC236}">
                  <a16:creationId xmlns:a16="http://schemas.microsoft.com/office/drawing/2014/main" id="{A4F8A923-9738-6640-8859-2E299076DFB8}"/>
                </a:ext>
              </a:extLst>
            </p:cNvPr>
            <p:cNvSpPr/>
            <p:nvPr userDrawn="1"/>
          </p:nvSpPr>
          <p:spPr>
            <a:xfrm>
              <a:off x="491319" y="2866030"/>
              <a:ext cx="2156347" cy="117370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highlight>
                  <a:srgbClr val="A51890"/>
                </a:highlight>
              </a:endParaRPr>
            </a:p>
          </p:txBody>
        </p:sp>
      </p:grp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EAFCF9DB-86E4-6745-9C4C-CC1F3FA10E8C}"/>
              </a:ext>
            </a:extLst>
          </p:cNvPr>
          <p:cNvGrpSpPr/>
          <p:nvPr userDrawn="1"/>
        </p:nvGrpSpPr>
        <p:grpSpPr>
          <a:xfrm>
            <a:off x="3095163" y="2296330"/>
            <a:ext cx="3005906" cy="1346395"/>
            <a:chOff x="491319" y="2866030"/>
            <a:chExt cx="2620370" cy="1173707"/>
          </a:xfrm>
          <a:solidFill>
            <a:srgbClr val="E2E3E3"/>
          </a:solidFill>
        </p:grpSpPr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2C645589-1A6E-7D4B-B4DC-F694DBB262B5}"/>
                </a:ext>
              </a:extLst>
            </p:cNvPr>
            <p:cNvSpPr/>
            <p:nvPr userDrawn="1"/>
          </p:nvSpPr>
          <p:spPr>
            <a:xfrm>
              <a:off x="1937982" y="2866030"/>
              <a:ext cx="1173707" cy="117370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5" name="Rectangle : coins arrondis 24">
              <a:extLst>
                <a:ext uri="{FF2B5EF4-FFF2-40B4-BE49-F238E27FC236}">
                  <a16:creationId xmlns:a16="http://schemas.microsoft.com/office/drawing/2014/main" id="{A212EF60-A22C-9248-A332-ACF780D00628}"/>
                </a:ext>
              </a:extLst>
            </p:cNvPr>
            <p:cNvSpPr/>
            <p:nvPr userDrawn="1"/>
          </p:nvSpPr>
          <p:spPr>
            <a:xfrm>
              <a:off x="491319" y="2866030"/>
              <a:ext cx="2156347" cy="117370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E90BB462-DC35-BE46-A5B0-E269937E6F93}"/>
              </a:ext>
            </a:extLst>
          </p:cNvPr>
          <p:cNvGrpSpPr/>
          <p:nvPr userDrawn="1"/>
        </p:nvGrpSpPr>
        <p:grpSpPr>
          <a:xfrm>
            <a:off x="804806" y="2293788"/>
            <a:ext cx="3005906" cy="1346395"/>
            <a:chOff x="491319" y="2866030"/>
            <a:chExt cx="2620370" cy="1173707"/>
          </a:xfrm>
          <a:solidFill>
            <a:schemeClr val="bg1"/>
          </a:solidFill>
        </p:grpSpPr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33BEF199-BC21-F149-9E4A-4B9AB2A732A7}"/>
                </a:ext>
              </a:extLst>
            </p:cNvPr>
            <p:cNvSpPr/>
            <p:nvPr userDrawn="1"/>
          </p:nvSpPr>
          <p:spPr>
            <a:xfrm>
              <a:off x="1937982" y="2866030"/>
              <a:ext cx="1173707" cy="117370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2" name="Rectangle : coins arrondis 21">
              <a:extLst>
                <a:ext uri="{FF2B5EF4-FFF2-40B4-BE49-F238E27FC236}">
                  <a16:creationId xmlns:a16="http://schemas.microsoft.com/office/drawing/2014/main" id="{EFFC775C-4DB4-814F-AF42-83AF141F45E5}"/>
                </a:ext>
              </a:extLst>
            </p:cNvPr>
            <p:cNvSpPr/>
            <p:nvPr userDrawn="1"/>
          </p:nvSpPr>
          <p:spPr>
            <a:xfrm>
              <a:off x="491319" y="2866030"/>
              <a:ext cx="2156347" cy="117370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highlight>
                  <a:srgbClr val="A51890"/>
                </a:highlight>
              </a:endParaRPr>
            </a:p>
          </p:txBody>
        </p:sp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1FBDCFE1-7009-6E42-B441-15B978011A43}"/>
              </a:ext>
            </a:extLst>
          </p:cNvPr>
          <p:cNvGrpSpPr/>
          <p:nvPr userDrawn="1"/>
        </p:nvGrpSpPr>
        <p:grpSpPr>
          <a:xfrm>
            <a:off x="477671" y="2298521"/>
            <a:ext cx="3005906" cy="1346395"/>
            <a:chOff x="491319" y="2866030"/>
            <a:chExt cx="2620370" cy="1173707"/>
          </a:xfrm>
          <a:solidFill>
            <a:srgbClr val="E2E3E3"/>
          </a:solidFill>
        </p:grpSpPr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B8DDC53A-F869-3144-AFAA-3B025A20596C}"/>
                </a:ext>
              </a:extLst>
            </p:cNvPr>
            <p:cNvSpPr/>
            <p:nvPr userDrawn="1"/>
          </p:nvSpPr>
          <p:spPr>
            <a:xfrm>
              <a:off x="1937982" y="2866030"/>
              <a:ext cx="1173707" cy="117370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highlight>
                  <a:srgbClr val="7F7F7F"/>
                </a:highlight>
              </a:endParaRPr>
            </a:p>
          </p:txBody>
        </p:sp>
        <p:sp>
          <p:nvSpPr>
            <p:cNvPr id="2" name="Rectangle : coins arrondis 1">
              <a:extLst>
                <a:ext uri="{FF2B5EF4-FFF2-40B4-BE49-F238E27FC236}">
                  <a16:creationId xmlns:a16="http://schemas.microsoft.com/office/drawing/2014/main" id="{79EEBAF4-FEF7-2B49-8A84-139A815FCBBC}"/>
                </a:ext>
              </a:extLst>
            </p:cNvPr>
            <p:cNvSpPr/>
            <p:nvPr userDrawn="1"/>
          </p:nvSpPr>
          <p:spPr>
            <a:xfrm>
              <a:off x="491319" y="2866030"/>
              <a:ext cx="2156347" cy="117370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highlight>
                  <a:srgbClr val="7F7F7F"/>
                </a:highlight>
              </a:endParaRPr>
            </a:p>
          </p:txBody>
        </p:sp>
      </p:grpSp>
      <p:pic>
        <p:nvPicPr>
          <p:cNvPr id="62" name="Image 61">
            <a:extLst>
              <a:ext uri="{FF2B5EF4-FFF2-40B4-BE49-F238E27FC236}">
                <a16:creationId xmlns:a16="http://schemas.microsoft.com/office/drawing/2014/main" id="{E0714885-45F1-7747-8B36-2D9ABC9CE8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64" t="15447" r="20325" b="18789"/>
          <a:stretch/>
        </p:blipFill>
        <p:spPr>
          <a:xfrm>
            <a:off x="10217142" y="191610"/>
            <a:ext cx="1691472" cy="1099457"/>
          </a:xfrm>
          <a:prstGeom prst="rect">
            <a:avLst/>
          </a:prstGeom>
        </p:spPr>
      </p:pic>
      <p:sp>
        <p:nvSpPr>
          <p:cNvPr id="64" name="Espace réservé du texte 52">
            <a:extLst>
              <a:ext uri="{FF2B5EF4-FFF2-40B4-BE49-F238E27FC236}">
                <a16:creationId xmlns:a16="http://schemas.microsoft.com/office/drawing/2014/main" id="{BFCF8AB2-0D66-B742-AEB1-4B4AF4990A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3336" y="1236864"/>
            <a:ext cx="9466730" cy="71144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Inter</a:t>
            </a:r>
          </a:p>
        </p:txBody>
      </p:sp>
      <p:sp>
        <p:nvSpPr>
          <p:cNvPr id="65" name="Espace réservé du texte 52">
            <a:extLst>
              <a:ext uri="{FF2B5EF4-FFF2-40B4-BE49-F238E27FC236}">
                <a16:creationId xmlns:a16="http://schemas.microsoft.com/office/drawing/2014/main" id="{A36319C5-4F27-7946-B026-A4217A8AF34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5608" y="2752521"/>
            <a:ext cx="3259567" cy="50704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Inter</a:t>
            </a:r>
          </a:p>
        </p:txBody>
      </p:sp>
      <p:sp>
        <p:nvSpPr>
          <p:cNvPr id="66" name="Espace réservé du texte 52">
            <a:extLst>
              <a:ext uri="{FF2B5EF4-FFF2-40B4-BE49-F238E27FC236}">
                <a16:creationId xmlns:a16="http://schemas.microsoft.com/office/drawing/2014/main" id="{E797C28B-0AE2-5446-B655-5F4E6F48D3A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19736" y="2769489"/>
            <a:ext cx="2584245" cy="50704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Inter</a:t>
            </a:r>
          </a:p>
        </p:txBody>
      </p:sp>
      <p:sp>
        <p:nvSpPr>
          <p:cNvPr id="67" name="Espace réservé du texte 52">
            <a:extLst>
              <a:ext uri="{FF2B5EF4-FFF2-40B4-BE49-F238E27FC236}">
                <a16:creationId xmlns:a16="http://schemas.microsoft.com/office/drawing/2014/main" id="{E21D3EFA-6A89-8C41-98FF-0FC3E26E3C5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12024" y="2780247"/>
            <a:ext cx="2584245" cy="50704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Inter</a:t>
            </a:r>
          </a:p>
        </p:txBody>
      </p:sp>
      <p:sp>
        <p:nvSpPr>
          <p:cNvPr id="68" name="Espace réservé du texte 52">
            <a:extLst>
              <a:ext uri="{FF2B5EF4-FFF2-40B4-BE49-F238E27FC236}">
                <a16:creationId xmlns:a16="http://schemas.microsoft.com/office/drawing/2014/main" id="{1B617B7B-F52B-B040-9410-896F3AE930A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832304" y="2780247"/>
            <a:ext cx="2584245" cy="50704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Inter</a:t>
            </a:r>
          </a:p>
        </p:txBody>
      </p:sp>
      <p:sp>
        <p:nvSpPr>
          <p:cNvPr id="69" name="Espace réservé du texte 52">
            <a:extLst>
              <a:ext uri="{FF2B5EF4-FFF2-40B4-BE49-F238E27FC236}">
                <a16:creationId xmlns:a16="http://schemas.microsoft.com/office/drawing/2014/main" id="{A9F47020-E6B3-3E4E-9D0A-4F7DA3D7FA3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8639" y="3759380"/>
            <a:ext cx="2721685" cy="71144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rgbClr val="7F7F7F"/>
                </a:solidFill>
                <a:latin typeface="Segoe UI Semibold" panose="020B0502040204020203" pitchFamily="34" charset="0"/>
                <a:ea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fr-FR" dirty="0"/>
              <a:t>Inter</a:t>
            </a:r>
          </a:p>
        </p:txBody>
      </p:sp>
      <p:sp>
        <p:nvSpPr>
          <p:cNvPr id="70" name="Espace réservé du texte 52">
            <a:extLst>
              <a:ext uri="{FF2B5EF4-FFF2-40B4-BE49-F238E27FC236}">
                <a16:creationId xmlns:a16="http://schemas.microsoft.com/office/drawing/2014/main" id="{9AE4DE70-7A23-1F48-A858-B21E784BD3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37882" y="4621166"/>
            <a:ext cx="2747003" cy="71144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Inter</a:t>
            </a:r>
          </a:p>
        </p:txBody>
      </p:sp>
      <p:sp>
        <p:nvSpPr>
          <p:cNvPr id="71" name="Espace réservé du texte 52">
            <a:extLst>
              <a:ext uri="{FF2B5EF4-FFF2-40B4-BE49-F238E27FC236}">
                <a16:creationId xmlns:a16="http://schemas.microsoft.com/office/drawing/2014/main" id="{BE31ACB6-A9CE-9F45-8207-0DA601103CB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391969" y="3759380"/>
            <a:ext cx="2721685" cy="71144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rgbClr val="7F7F7F"/>
                </a:solidFill>
                <a:latin typeface="Segoe UI Semibold" panose="020B0502040204020203" pitchFamily="34" charset="0"/>
                <a:ea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fr-FR" dirty="0"/>
              <a:t>Inter</a:t>
            </a:r>
          </a:p>
        </p:txBody>
      </p:sp>
      <p:sp>
        <p:nvSpPr>
          <p:cNvPr id="72" name="Espace réservé du texte 52">
            <a:extLst>
              <a:ext uri="{FF2B5EF4-FFF2-40B4-BE49-F238E27FC236}">
                <a16:creationId xmlns:a16="http://schemas.microsoft.com/office/drawing/2014/main" id="{F6EA269F-C6EA-0F42-9F90-386B6CFBD89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381212" y="4621166"/>
            <a:ext cx="2747003" cy="71144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Inter</a:t>
            </a:r>
          </a:p>
        </p:txBody>
      </p:sp>
      <p:sp>
        <p:nvSpPr>
          <p:cNvPr id="73" name="Espace réservé du texte 52">
            <a:extLst>
              <a:ext uri="{FF2B5EF4-FFF2-40B4-BE49-F238E27FC236}">
                <a16:creationId xmlns:a16="http://schemas.microsoft.com/office/drawing/2014/main" id="{E9094BBE-11EA-CE4B-8D89-406C0AF003A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60951" y="3759380"/>
            <a:ext cx="2302136" cy="71144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rgbClr val="7F7F7F"/>
                </a:solidFill>
                <a:latin typeface="Segoe UI Semibold" panose="020B0502040204020203" pitchFamily="34" charset="0"/>
                <a:ea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fr-FR" dirty="0"/>
              <a:t>Inter</a:t>
            </a:r>
          </a:p>
        </p:txBody>
      </p:sp>
      <p:sp>
        <p:nvSpPr>
          <p:cNvPr id="74" name="Espace réservé du texte 52">
            <a:extLst>
              <a:ext uri="{FF2B5EF4-FFF2-40B4-BE49-F238E27FC236}">
                <a16:creationId xmlns:a16="http://schemas.microsoft.com/office/drawing/2014/main" id="{E3F43178-694F-E94A-8A83-0E50F505EB2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253138" y="4621166"/>
            <a:ext cx="2323551" cy="71144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Inter</a:t>
            </a:r>
          </a:p>
        </p:txBody>
      </p:sp>
      <p:sp>
        <p:nvSpPr>
          <p:cNvPr id="75" name="Espace réservé du texte 52">
            <a:extLst>
              <a:ext uri="{FF2B5EF4-FFF2-40B4-BE49-F238E27FC236}">
                <a16:creationId xmlns:a16="http://schemas.microsoft.com/office/drawing/2014/main" id="{D992E32F-9B57-6B48-907E-7AB69A77CEF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688288" y="3759380"/>
            <a:ext cx="2721685" cy="71144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rgbClr val="7F7F7F"/>
                </a:solidFill>
                <a:latin typeface="Segoe UI Semibold" panose="020B0502040204020203" pitchFamily="34" charset="0"/>
                <a:ea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fr-FR" dirty="0"/>
              <a:t>Inter</a:t>
            </a:r>
          </a:p>
        </p:txBody>
      </p:sp>
      <p:sp>
        <p:nvSpPr>
          <p:cNvPr id="76" name="Espace réservé du texte 52">
            <a:extLst>
              <a:ext uri="{FF2B5EF4-FFF2-40B4-BE49-F238E27FC236}">
                <a16:creationId xmlns:a16="http://schemas.microsoft.com/office/drawing/2014/main" id="{58DCAF64-005A-9346-A1D9-BF65038D38F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677531" y="4621166"/>
            <a:ext cx="2747003" cy="71144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Inter</a:t>
            </a:r>
          </a:p>
        </p:txBody>
      </p:sp>
      <p:sp>
        <p:nvSpPr>
          <p:cNvPr id="77" name="Espace réservé de la date 3">
            <a:extLst>
              <a:ext uri="{FF2B5EF4-FFF2-40B4-BE49-F238E27FC236}">
                <a16:creationId xmlns:a16="http://schemas.microsoft.com/office/drawing/2014/main" id="{A7861EAC-1604-2644-B31C-23E01EC1DF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8940" y="6551938"/>
            <a:ext cx="2646381" cy="306062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0A9B2A82-ED00-DE47-98EF-F3B3685B1BAA}" type="datetimeFigureOut">
              <a:rPr lang="fr-FR" smtClean="0"/>
              <a:pPr/>
              <a:t>18/08/2026</a:t>
            </a:fld>
            <a:endParaRPr lang="fr-FR" dirty="0"/>
          </a:p>
        </p:txBody>
      </p:sp>
      <p:sp>
        <p:nvSpPr>
          <p:cNvPr id="78" name="Espace réservé du pied de page 4">
            <a:extLst>
              <a:ext uri="{FF2B5EF4-FFF2-40B4-BE49-F238E27FC236}">
                <a16:creationId xmlns:a16="http://schemas.microsoft.com/office/drawing/2014/main" id="{CC6D6D32-7D18-D541-ADC6-F6A320A7126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022899" y="6540649"/>
            <a:ext cx="7810052" cy="306062"/>
          </a:xfrm>
          <a:prstGeom prst="rect">
            <a:avLst/>
          </a:prstGeom>
        </p:spPr>
        <p:txBody>
          <a:bodyPr/>
          <a:lstStyle>
            <a:lvl1pPr algn="ctr">
              <a:defRPr sz="1000" b="0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79" name="Espace réservé du numéro de diapositive 5">
            <a:extLst>
              <a:ext uri="{FF2B5EF4-FFF2-40B4-BE49-F238E27FC236}">
                <a16:creationId xmlns:a16="http://schemas.microsoft.com/office/drawing/2014/main" id="{15B50F72-1220-5B4D-82F1-E53E12F39CC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51285" y="6551938"/>
            <a:ext cx="1043160" cy="306062"/>
          </a:xfrm>
          <a:prstGeom prst="rect">
            <a:avLst/>
          </a:prstGeom>
        </p:spPr>
        <p:txBody>
          <a:bodyPr/>
          <a:lstStyle>
            <a:lvl1pPr algn="r">
              <a:defRPr sz="1000" b="0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F6BA88AF-DBE7-D24B-8E1A-3AD6DCE18CBF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2" name="Espace réservé du texte 52">
            <a:extLst>
              <a:ext uri="{FF2B5EF4-FFF2-40B4-BE49-F238E27FC236}">
                <a16:creationId xmlns:a16="http://schemas.microsoft.com/office/drawing/2014/main" id="{045E353A-D92F-4494-B831-311BA8A6C64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3336" y="355221"/>
            <a:ext cx="11400801" cy="6353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gradFill flip="none" rotWithShape="1">
                  <a:gsLst>
                    <a:gs pos="0">
                      <a:srgbClr val="FF00DB"/>
                    </a:gs>
                    <a:gs pos="37000">
                      <a:srgbClr val="FF0080"/>
                    </a:gs>
                    <a:gs pos="100000">
                      <a:srgbClr val="FF0042"/>
                    </a:gs>
                  </a:gsLst>
                  <a:lin ang="18900000" scaled="1"/>
                  <a:tileRect/>
                </a:gra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5717822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 OBJECTIFS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C229FAC9-F01F-47A6-AAE1-525AC65F76DC}"/>
              </a:ext>
            </a:extLst>
          </p:cNvPr>
          <p:cNvSpPr/>
          <p:nvPr userDrawn="1"/>
        </p:nvSpPr>
        <p:spPr>
          <a:xfrm rot="10800000">
            <a:off x="116013" y="2128924"/>
            <a:ext cx="3794077" cy="4305993"/>
          </a:xfrm>
          <a:prstGeom prst="rect">
            <a:avLst/>
          </a:prstGeom>
          <a:solidFill>
            <a:srgbClr val="5F6A72"/>
          </a:solidFill>
          <a:ln w="6350">
            <a:gradFill>
              <a:gsLst>
                <a:gs pos="0">
                  <a:srgbClr val="FF00DB"/>
                </a:gs>
                <a:gs pos="40000">
                  <a:srgbClr val="FF008F"/>
                </a:gs>
                <a:gs pos="100000">
                  <a:srgbClr val="FF0042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F697EE-0F48-8B77-8C03-D8620374A1F4}"/>
              </a:ext>
            </a:extLst>
          </p:cNvPr>
          <p:cNvSpPr/>
          <p:nvPr userDrawn="1"/>
        </p:nvSpPr>
        <p:spPr>
          <a:xfrm rot="10800000">
            <a:off x="4140250" y="2128924"/>
            <a:ext cx="3794077" cy="4305993"/>
          </a:xfrm>
          <a:prstGeom prst="rect">
            <a:avLst/>
          </a:prstGeom>
          <a:solidFill>
            <a:srgbClr val="828A8F"/>
          </a:solidFill>
          <a:ln w="6350">
            <a:gradFill>
              <a:gsLst>
                <a:gs pos="0">
                  <a:srgbClr val="FF00DB"/>
                </a:gs>
                <a:gs pos="40000">
                  <a:srgbClr val="FF008F"/>
                </a:gs>
                <a:gs pos="100000">
                  <a:srgbClr val="FF0042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EA18B5A-7060-417C-CB49-0BA3AF721B4A}"/>
              </a:ext>
            </a:extLst>
          </p:cNvPr>
          <p:cNvSpPr/>
          <p:nvPr userDrawn="1"/>
        </p:nvSpPr>
        <p:spPr>
          <a:xfrm>
            <a:off x="8202304" y="2128924"/>
            <a:ext cx="3848670" cy="4305993"/>
          </a:xfrm>
          <a:prstGeom prst="rect">
            <a:avLst/>
          </a:prstGeom>
          <a:solidFill>
            <a:srgbClr val="ECEDED"/>
          </a:solidFill>
          <a:ln w="6350">
            <a:gradFill>
              <a:gsLst>
                <a:gs pos="0">
                  <a:srgbClr val="FF00DB"/>
                </a:gs>
                <a:gs pos="40000">
                  <a:srgbClr val="FF008F"/>
                </a:gs>
                <a:gs pos="100000">
                  <a:srgbClr val="FF0042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8" name="Espace réservé du texte 27">
            <a:extLst>
              <a:ext uri="{FF2B5EF4-FFF2-40B4-BE49-F238E27FC236}">
                <a16:creationId xmlns:a16="http://schemas.microsoft.com/office/drawing/2014/main" id="{02B506FC-35E8-B398-D2E1-1BECE9508D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5025" y="3641766"/>
            <a:ext cx="3125787" cy="5232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Ubuntu" panose="020B080403060203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Ubuntu" panose="020B080403060203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Ubuntu" panose="020B080403060203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Ubuntu" panose="020B0804030602030204" pitchFamily="34" charset="0"/>
              </a:defRPr>
            </a:lvl5pPr>
          </a:lstStyle>
          <a:p>
            <a:pPr lvl="0"/>
            <a:r>
              <a:rPr lang="fr-FR" dirty="0"/>
              <a:t>Titre objectif 1</a:t>
            </a:r>
          </a:p>
        </p:txBody>
      </p:sp>
      <p:sp>
        <p:nvSpPr>
          <p:cNvPr id="30" name="Espace réservé du texte 29">
            <a:extLst>
              <a:ext uri="{FF2B5EF4-FFF2-40B4-BE49-F238E27FC236}">
                <a16:creationId xmlns:a16="http://schemas.microsoft.com/office/drawing/2014/main" id="{D41AB1B1-221C-EBD4-F41C-C11E3D0EC6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4766" y="4471988"/>
            <a:ext cx="3184525" cy="2095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 sz="12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600" indent="0">
              <a:buNone/>
              <a:defRPr sz="105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800" indent="0">
              <a:buNone/>
              <a:defRPr sz="105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31" name="Espace réservé du texte 27">
            <a:extLst>
              <a:ext uri="{FF2B5EF4-FFF2-40B4-BE49-F238E27FC236}">
                <a16:creationId xmlns:a16="http://schemas.microsoft.com/office/drawing/2014/main" id="{722ED441-4AAC-8AB9-55F1-767C2528DA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36270" y="3641766"/>
            <a:ext cx="3125787" cy="5232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Ubuntu" panose="020B080403060203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Ubuntu" panose="020B080403060203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Ubuntu" panose="020B080403060203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Ubuntu" panose="020B0804030602030204" pitchFamily="34" charset="0"/>
              </a:defRPr>
            </a:lvl5pPr>
          </a:lstStyle>
          <a:p>
            <a:pPr lvl="0"/>
            <a:r>
              <a:rPr lang="fr-FR"/>
              <a:t>Titre objectif 2</a:t>
            </a:r>
          </a:p>
        </p:txBody>
      </p:sp>
      <p:sp>
        <p:nvSpPr>
          <p:cNvPr id="32" name="Espace réservé du texte 29">
            <a:extLst>
              <a:ext uri="{FF2B5EF4-FFF2-40B4-BE49-F238E27FC236}">
                <a16:creationId xmlns:a16="http://schemas.microsoft.com/office/drawing/2014/main" id="{8270D570-746D-547A-E340-C76E72864E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36011" y="4471988"/>
            <a:ext cx="3184525" cy="2095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 sz="12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600" indent="0">
              <a:buNone/>
              <a:defRPr sz="105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800" indent="0">
              <a:buNone/>
              <a:defRPr sz="105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33" name="Espace réservé du texte 27">
            <a:extLst>
              <a:ext uri="{FF2B5EF4-FFF2-40B4-BE49-F238E27FC236}">
                <a16:creationId xmlns:a16="http://schemas.microsoft.com/office/drawing/2014/main" id="{B3ABAF6B-06AC-AEF7-0ABA-2112D2AC07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51531" y="3641766"/>
            <a:ext cx="3125787" cy="5232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5F6A7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Ubuntu" panose="020B080403060203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Ubuntu" panose="020B080403060203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Ubuntu" panose="020B080403060203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Ubuntu" panose="020B0804030602030204" pitchFamily="34" charset="0"/>
              </a:defRPr>
            </a:lvl5pPr>
          </a:lstStyle>
          <a:p>
            <a:pPr lvl="0"/>
            <a:r>
              <a:rPr lang="fr-FR" dirty="0"/>
              <a:t>Titre objectif 2</a:t>
            </a:r>
          </a:p>
        </p:txBody>
      </p:sp>
      <p:sp>
        <p:nvSpPr>
          <p:cNvPr id="34" name="Espace réservé du texte 29">
            <a:extLst>
              <a:ext uri="{FF2B5EF4-FFF2-40B4-BE49-F238E27FC236}">
                <a16:creationId xmlns:a16="http://schemas.microsoft.com/office/drawing/2014/main" id="{C953C2CF-4355-959B-D5D5-15927B4D41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51272" y="4471988"/>
            <a:ext cx="3184525" cy="2095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5F6A7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 sz="1200">
                <a:solidFill>
                  <a:srgbClr val="5F6A7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400" indent="0">
              <a:buNone/>
              <a:defRPr sz="1100">
                <a:solidFill>
                  <a:srgbClr val="5F6A7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600" indent="0">
              <a:buNone/>
              <a:defRPr sz="1050">
                <a:solidFill>
                  <a:srgbClr val="5F6A7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800" indent="0">
              <a:buNone/>
              <a:defRPr sz="1050">
                <a:solidFill>
                  <a:srgbClr val="5F6A7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37" name="Espace réservé du texte 52">
            <a:extLst>
              <a:ext uri="{FF2B5EF4-FFF2-40B4-BE49-F238E27FC236}">
                <a16:creationId xmlns:a16="http://schemas.microsoft.com/office/drawing/2014/main" id="{68030C9A-BA48-3246-AB55-919E8116E65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3336" y="1236864"/>
            <a:ext cx="9466730" cy="71144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Inter</a:t>
            </a:r>
          </a:p>
        </p:txBody>
      </p:sp>
      <p:sp>
        <p:nvSpPr>
          <p:cNvPr id="41" name="Espace réservé du texte 52">
            <a:extLst>
              <a:ext uri="{FF2B5EF4-FFF2-40B4-BE49-F238E27FC236}">
                <a16:creationId xmlns:a16="http://schemas.microsoft.com/office/drawing/2014/main" id="{A6E7C0E1-0556-E545-9632-FEFF0717CE0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86838" y="2453161"/>
            <a:ext cx="3052428" cy="71144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600" b="1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Inter</a:t>
            </a:r>
          </a:p>
        </p:txBody>
      </p:sp>
      <p:sp>
        <p:nvSpPr>
          <p:cNvPr id="42" name="Espace réservé du texte 52">
            <a:extLst>
              <a:ext uri="{FF2B5EF4-FFF2-40B4-BE49-F238E27FC236}">
                <a16:creationId xmlns:a16="http://schemas.microsoft.com/office/drawing/2014/main" id="{25B9DD0C-F4A6-6A43-BEAE-F7C6F5AAE64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11824" y="2492896"/>
            <a:ext cx="3052428" cy="71144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600" b="1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Inter</a:t>
            </a:r>
          </a:p>
        </p:txBody>
      </p:sp>
      <p:sp>
        <p:nvSpPr>
          <p:cNvPr id="43" name="Espace réservé du texte 52">
            <a:extLst>
              <a:ext uri="{FF2B5EF4-FFF2-40B4-BE49-F238E27FC236}">
                <a16:creationId xmlns:a16="http://schemas.microsoft.com/office/drawing/2014/main" id="{D156A697-CEB3-D343-BF71-813154462F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472264" y="2492896"/>
            <a:ext cx="3052428" cy="71144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600" b="1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Inter</a:t>
            </a:r>
          </a:p>
        </p:txBody>
      </p:sp>
      <p:sp>
        <p:nvSpPr>
          <p:cNvPr id="44" name="Espace réservé de la date 3">
            <a:extLst>
              <a:ext uri="{FF2B5EF4-FFF2-40B4-BE49-F238E27FC236}">
                <a16:creationId xmlns:a16="http://schemas.microsoft.com/office/drawing/2014/main" id="{8BF5770D-51FC-244E-AF75-9E920439CDB5}"/>
              </a:ext>
            </a:extLst>
          </p:cNvPr>
          <p:cNvSpPr>
            <a:spLocks noGrp="1"/>
          </p:cNvSpPr>
          <p:nvPr>
            <p:ph type="dt" sz="half" idx="35"/>
          </p:nvPr>
        </p:nvSpPr>
        <p:spPr>
          <a:xfrm>
            <a:off x="268940" y="6551938"/>
            <a:ext cx="2646381" cy="306062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0A9B2A82-ED00-DE47-98EF-F3B3685B1BAA}" type="datetimeFigureOut">
              <a:rPr lang="fr-FR" smtClean="0"/>
              <a:pPr/>
              <a:t>18/08/2026</a:t>
            </a:fld>
            <a:endParaRPr lang="fr-FR" dirty="0"/>
          </a:p>
        </p:txBody>
      </p:sp>
      <p:sp>
        <p:nvSpPr>
          <p:cNvPr id="45" name="Espace réservé du pied de page 4">
            <a:extLst>
              <a:ext uri="{FF2B5EF4-FFF2-40B4-BE49-F238E27FC236}">
                <a16:creationId xmlns:a16="http://schemas.microsoft.com/office/drawing/2014/main" id="{D7B543E2-5388-BE4E-98DA-6BCA21FD1716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>
          <a:xfrm>
            <a:off x="3022899" y="6540649"/>
            <a:ext cx="7810052" cy="306062"/>
          </a:xfrm>
          <a:prstGeom prst="rect">
            <a:avLst/>
          </a:prstGeom>
        </p:spPr>
        <p:txBody>
          <a:bodyPr/>
          <a:lstStyle>
            <a:lvl1pPr algn="ctr">
              <a:defRPr sz="1000" b="0" i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46" name="Espace réservé du numéro de diapositive 5">
            <a:extLst>
              <a:ext uri="{FF2B5EF4-FFF2-40B4-BE49-F238E27FC236}">
                <a16:creationId xmlns:a16="http://schemas.microsoft.com/office/drawing/2014/main" id="{749F875B-7EE2-B848-AB32-8ACC7067D802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>
          <a:xfrm>
            <a:off x="10951285" y="6551938"/>
            <a:ext cx="1043160" cy="306062"/>
          </a:xfrm>
          <a:prstGeom prst="rect">
            <a:avLst/>
          </a:prstGeom>
        </p:spPr>
        <p:txBody>
          <a:bodyPr/>
          <a:lstStyle>
            <a:lvl1pPr algn="r">
              <a:defRPr sz="1000" b="0" i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F6BA88AF-DBE7-D24B-8E1A-3AD6DCE18CBF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0" name="Espace réservé du texte 52">
            <a:extLst>
              <a:ext uri="{FF2B5EF4-FFF2-40B4-BE49-F238E27FC236}">
                <a16:creationId xmlns:a16="http://schemas.microsoft.com/office/drawing/2014/main" id="{21991188-412D-4A88-AA33-5C6200915C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3336" y="355221"/>
            <a:ext cx="11400801" cy="6353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gradFill flip="none" rotWithShape="1">
                  <a:gsLst>
                    <a:gs pos="0">
                      <a:srgbClr val="FF00DB"/>
                    </a:gs>
                    <a:gs pos="37000">
                      <a:srgbClr val="FF0080"/>
                    </a:gs>
                    <a:gs pos="100000">
                      <a:srgbClr val="FF0042"/>
                    </a:gs>
                  </a:gsLst>
                  <a:lin ang="18900000" scaled="1"/>
                  <a:tileRect/>
                </a:gra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565384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63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OBJECTIF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144B9C8-1D16-4041-88D9-841BDBDED0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42" t="-117" r="20267" b="117"/>
          <a:stretch/>
        </p:blipFill>
        <p:spPr>
          <a:xfrm>
            <a:off x="0" y="-34175"/>
            <a:ext cx="5404513" cy="6903464"/>
          </a:xfrm>
          <a:prstGeom prst="rect">
            <a:avLst/>
          </a:prstGeom>
        </p:spPr>
      </p:pic>
      <p:pic>
        <p:nvPicPr>
          <p:cNvPr id="49" name="Image 48">
            <a:extLst>
              <a:ext uri="{FF2B5EF4-FFF2-40B4-BE49-F238E27FC236}">
                <a16:creationId xmlns:a16="http://schemas.microsoft.com/office/drawing/2014/main" id="{2849960A-EC27-9A4F-98EF-A1AB825AC5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r:link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25" r="3307" b="5085"/>
          <a:stretch>
            <a:fillRect/>
          </a:stretch>
        </p:blipFill>
        <p:spPr>
          <a:xfrm>
            <a:off x="0" y="3570514"/>
            <a:ext cx="5404513" cy="3287486"/>
          </a:xfrm>
          <a:prstGeom prst="rect">
            <a:avLst/>
          </a:prstGeom>
        </p:spPr>
      </p:pic>
      <p:sp>
        <p:nvSpPr>
          <p:cNvPr id="36" name="Ellipse 35">
            <a:extLst>
              <a:ext uri="{FF2B5EF4-FFF2-40B4-BE49-F238E27FC236}">
                <a16:creationId xmlns:a16="http://schemas.microsoft.com/office/drawing/2014/main" id="{BC6F9F4D-42CF-AA43-ABCD-649DA0CB1AE9}"/>
              </a:ext>
            </a:extLst>
          </p:cNvPr>
          <p:cNvSpPr/>
          <p:nvPr userDrawn="1"/>
        </p:nvSpPr>
        <p:spPr>
          <a:xfrm>
            <a:off x="4111017" y="2101756"/>
            <a:ext cx="3392219" cy="3392219"/>
          </a:xfrm>
          <a:prstGeom prst="ellipse">
            <a:avLst/>
          </a:prstGeom>
          <a:solidFill>
            <a:srgbClr val="5F6A72"/>
          </a:solidFill>
          <a:ln>
            <a:gradFill>
              <a:gsLst>
                <a:gs pos="0">
                  <a:srgbClr val="FF00DB"/>
                </a:gs>
                <a:gs pos="40000">
                  <a:srgbClr val="FF008F"/>
                </a:gs>
                <a:gs pos="100000">
                  <a:srgbClr val="FF0042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Espace réservé du texte 52">
            <a:extLst>
              <a:ext uri="{FF2B5EF4-FFF2-40B4-BE49-F238E27FC236}">
                <a16:creationId xmlns:a16="http://schemas.microsoft.com/office/drawing/2014/main" id="{60D98AE4-E2A2-764A-8D55-533146D7D3C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43785" y="3425641"/>
            <a:ext cx="2958352" cy="71144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="1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Inter</a:t>
            </a:r>
          </a:p>
        </p:txBody>
      </p:sp>
      <p:sp>
        <p:nvSpPr>
          <p:cNvPr id="55" name="Espace réservé du texte 52">
            <a:extLst>
              <a:ext uri="{FF2B5EF4-FFF2-40B4-BE49-F238E27FC236}">
                <a16:creationId xmlns:a16="http://schemas.microsoft.com/office/drawing/2014/main" id="{5F138C03-4452-1544-8B01-96135B06E31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11512" y="4395003"/>
            <a:ext cx="2985871" cy="71144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Inter</a:t>
            </a:r>
          </a:p>
        </p:txBody>
      </p:sp>
      <p:sp>
        <p:nvSpPr>
          <p:cNvPr id="56" name="Espace réservé du texte 52">
            <a:extLst>
              <a:ext uri="{FF2B5EF4-FFF2-40B4-BE49-F238E27FC236}">
                <a16:creationId xmlns:a16="http://schemas.microsoft.com/office/drawing/2014/main" id="{C6FD1EFC-CB91-F04B-AB29-0CDB2BF7C78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80176" y="2560320"/>
            <a:ext cx="4193961" cy="251623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Body</a:t>
            </a:r>
          </a:p>
        </p:txBody>
      </p:sp>
      <p:sp>
        <p:nvSpPr>
          <p:cNvPr id="57" name="Espace réservé de la date 3">
            <a:extLst>
              <a:ext uri="{FF2B5EF4-FFF2-40B4-BE49-F238E27FC236}">
                <a16:creationId xmlns:a16="http://schemas.microsoft.com/office/drawing/2014/main" id="{C6DC36E7-1D6B-E849-90E4-F9AEF2C66B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8940" y="6551938"/>
            <a:ext cx="2646381" cy="306062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0A9B2A82-ED00-DE47-98EF-F3B3685B1BAA}" type="datetimeFigureOut">
              <a:rPr lang="fr-FR" smtClean="0"/>
              <a:pPr/>
              <a:t>18/08/2026</a:t>
            </a:fld>
            <a:endParaRPr lang="fr-FR" dirty="0"/>
          </a:p>
        </p:txBody>
      </p:sp>
      <p:sp>
        <p:nvSpPr>
          <p:cNvPr id="58" name="Espace réservé du pied de page 4">
            <a:extLst>
              <a:ext uri="{FF2B5EF4-FFF2-40B4-BE49-F238E27FC236}">
                <a16:creationId xmlns:a16="http://schemas.microsoft.com/office/drawing/2014/main" id="{E0FD63BB-DBFE-B64E-820A-F2182987400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022899" y="6540649"/>
            <a:ext cx="7810052" cy="306062"/>
          </a:xfrm>
          <a:prstGeom prst="rect">
            <a:avLst/>
          </a:prstGeom>
        </p:spPr>
        <p:txBody>
          <a:bodyPr/>
          <a:lstStyle>
            <a:lvl1pPr algn="ctr">
              <a:defRPr sz="1000" b="0" i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59" name="Espace réservé du numéro de diapositive 5">
            <a:extLst>
              <a:ext uri="{FF2B5EF4-FFF2-40B4-BE49-F238E27FC236}">
                <a16:creationId xmlns:a16="http://schemas.microsoft.com/office/drawing/2014/main" id="{2D6C78DB-0D93-644D-ACCF-6A0A798B251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51285" y="6551938"/>
            <a:ext cx="1043160" cy="306062"/>
          </a:xfrm>
          <a:prstGeom prst="rect">
            <a:avLst/>
          </a:prstGeom>
        </p:spPr>
        <p:txBody>
          <a:bodyPr/>
          <a:lstStyle>
            <a:lvl1pPr algn="r">
              <a:defRPr sz="1000" b="0" i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F6BA88AF-DBE7-D24B-8E1A-3AD6DCE18CBF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93EBD2B-6738-0B43-B052-38BD8924AD9A}"/>
              </a:ext>
            </a:extLst>
          </p:cNvPr>
          <p:cNvPicPr>
            <a:picLocks noChangeAspect="1"/>
          </p:cNvPicPr>
          <p:nvPr userDrawn="1"/>
        </p:nvPicPr>
        <p:blipFill>
          <a:blip r:embed="rId5" r:link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3589" y="2097205"/>
            <a:ext cx="1396268" cy="1396268"/>
          </a:xfrm>
          <a:prstGeom prst="rect">
            <a:avLst/>
          </a:prstGeom>
        </p:spPr>
      </p:pic>
      <p:sp>
        <p:nvSpPr>
          <p:cNvPr id="13" name="Espace réservé du texte 52">
            <a:extLst>
              <a:ext uri="{FF2B5EF4-FFF2-40B4-BE49-F238E27FC236}">
                <a16:creationId xmlns:a16="http://schemas.microsoft.com/office/drawing/2014/main" id="{86A7B0D4-21BF-4976-99CC-F46CBE60F81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19775" y="355221"/>
            <a:ext cx="6054362" cy="10088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gradFill flip="none" rotWithShape="1">
                  <a:gsLst>
                    <a:gs pos="0">
                      <a:srgbClr val="FF00DB"/>
                    </a:gs>
                    <a:gs pos="37000">
                      <a:srgbClr val="FF0080"/>
                    </a:gs>
                    <a:gs pos="100000">
                      <a:srgbClr val="FF0042"/>
                    </a:gs>
                  </a:gsLst>
                  <a:lin ang="18900000" scaled="1"/>
                  <a:tileRect/>
                </a:gra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 err="1"/>
              <a:t>Titr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443314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Simp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>
            <a:extLst>
              <a:ext uri="{FF2B5EF4-FFF2-40B4-BE49-F238E27FC236}">
                <a16:creationId xmlns:a16="http://schemas.microsoft.com/office/drawing/2014/main" id="{61A6D1BD-ED88-A442-9D17-DA44270F4A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50423"/>
            <a:ext cx="12192000" cy="907577"/>
          </a:xfrm>
          <a:prstGeom prst="rect">
            <a:avLst/>
          </a:prstGeom>
        </p:spPr>
      </p:pic>
      <p:sp>
        <p:nvSpPr>
          <p:cNvPr id="5" name="Espace réservé du texte 9">
            <a:extLst>
              <a:ext uri="{FF2B5EF4-FFF2-40B4-BE49-F238E27FC236}">
                <a16:creationId xmlns:a16="http://schemas.microsoft.com/office/drawing/2014/main" id="{F6CAC4C7-A8E5-5A4B-A09D-67D949D216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2441" y="1458914"/>
            <a:ext cx="11147425" cy="478744"/>
          </a:xfrm>
          <a:prstGeom prst="rect">
            <a:avLst/>
          </a:prstGeom>
        </p:spPr>
        <p:txBody>
          <a:bodyPr/>
          <a:lstStyle>
            <a:lvl1pPr>
              <a:defRPr sz="2000" b="1" i="0">
                <a:solidFill>
                  <a:srgbClr val="5F6A72"/>
                </a:solidFill>
                <a:latin typeface="Segoe UI Semibold" panose="020B0502040204020203" pitchFamily="34" charset="0"/>
                <a:ea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fr-FR" dirty="0"/>
              <a:t>Sous-titre</a:t>
            </a:r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9D19315B-1ECD-D441-8C4E-4798EDADFF4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29" y="2122488"/>
            <a:ext cx="11179175" cy="3178175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Body</a:t>
            </a:r>
          </a:p>
        </p:txBody>
      </p:sp>
      <p:sp>
        <p:nvSpPr>
          <p:cNvPr id="15" name="Espace réservé de la date 3">
            <a:extLst>
              <a:ext uri="{FF2B5EF4-FFF2-40B4-BE49-F238E27FC236}">
                <a16:creationId xmlns:a16="http://schemas.microsoft.com/office/drawing/2014/main" id="{A19F2ACE-280B-444C-904F-17E2F21A5E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8940" y="6551938"/>
            <a:ext cx="2646381" cy="306062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0A9B2A82-ED00-DE47-98EF-F3B3685B1BAA}" type="datetimeFigureOut">
              <a:rPr lang="fr-FR" smtClean="0"/>
              <a:pPr/>
              <a:t>18/08/2026</a:t>
            </a:fld>
            <a:endParaRPr lang="fr-FR" dirty="0"/>
          </a:p>
        </p:txBody>
      </p:sp>
      <p:sp>
        <p:nvSpPr>
          <p:cNvPr id="16" name="Espace réservé du pied de page 4">
            <a:extLst>
              <a:ext uri="{FF2B5EF4-FFF2-40B4-BE49-F238E27FC236}">
                <a16:creationId xmlns:a16="http://schemas.microsoft.com/office/drawing/2014/main" id="{FAED40E7-566A-764F-B915-F4FF08C49D2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022899" y="6540649"/>
            <a:ext cx="7810052" cy="306062"/>
          </a:xfrm>
          <a:prstGeom prst="rect">
            <a:avLst/>
          </a:prstGeom>
        </p:spPr>
        <p:txBody>
          <a:bodyPr/>
          <a:lstStyle>
            <a:lvl1pPr algn="ctr">
              <a:defRPr sz="10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17" name="Espace réservé du numéro de diapositive 5">
            <a:extLst>
              <a:ext uri="{FF2B5EF4-FFF2-40B4-BE49-F238E27FC236}">
                <a16:creationId xmlns:a16="http://schemas.microsoft.com/office/drawing/2014/main" id="{5CDC5957-9C8C-E643-BE97-01BA0C3BF82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51285" y="6551938"/>
            <a:ext cx="1043160" cy="306062"/>
          </a:xfrm>
          <a:prstGeom prst="rect">
            <a:avLst/>
          </a:prstGeom>
        </p:spPr>
        <p:txBody>
          <a:bodyPr/>
          <a:lstStyle>
            <a:lvl1pPr algn="r">
              <a:defRPr sz="10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F6BA88AF-DBE7-D24B-8E1A-3AD6DCE18CBF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43343199-DB9C-4833-94F8-57A88F9F52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263" y="5663"/>
            <a:ext cx="2857737" cy="1607477"/>
          </a:xfrm>
          <a:prstGeom prst="rect">
            <a:avLst/>
          </a:prstGeom>
        </p:spPr>
      </p:pic>
      <p:sp>
        <p:nvSpPr>
          <p:cNvPr id="18" name="Espace réservé du texte 52">
            <a:extLst>
              <a:ext uri="{FF2B5EF4-FFF2-40B4-BE49-F238E27FC236}">
                <a16:creationId xmlns:a16="http://schemas.microsoft.com/office/drawing/2014/main" id="{CABF1D34-01EB-4000-A3A4-1D45B0128EC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3336" y="355221"/>
            <a:ext cx="11400801" cy="6353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gradFill flip="none" rotWithShape="1">
                  <a:gsLst>
                    <a:gs pos="0">
                      <a:srgbClr val="FF00DB"/>
                    </a:gs>
                    <a:gs pos="37000">
                      <a:srgbClr val="FF0080"/>
                    </a:gs>
                    <a:gs pos="100000">
                      <a:srgbClr val="FF0042"/>
                    </a:gs>
                  </a:gsLst>
                  <a:lin ang="18900000" scaled="1"/>
                  <a:tileRect/>
                </a:gra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4021539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Simp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2D980D-0681-4477-82FE-C1BC8878D939}"/>
              </a:ext>
            </a:extLst>
          </p:cNvPr>
          <p:cNvSpPr/>
          <p:nvPr userDrawn="1"/>
        </p:nvSpPr>
        <p:spPr>
          <a:xfrm>
            <a:off x="0" y="5920635"/>
            <a:ext cx="12192000" cy="1023831"/>
          </a:xfrm>
          <a:prstGeom prst="rect">
            <a:avLst/>
          </a:prstGeom>
          <a:solidFill>
            <a:srgbClr val="A3A9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5" name="Espace réservé du texte 9">
            <a:extLst>
              <a:ext uri="{FF2B5EF4-FFF2-40B4-BE49-F238E27FC236}">
                <a16:creationId xmlns:a16="http://schemas.microsoft.com/office/drawing/2014/main" id="{F6CAC4C7-A8E5-5A4B-A09D-67D949D216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2441" y="1458914"/>
            <a:ext cx="11147425" cy="478744"/>
          </a:xfrm>
          <a:prstGeom prst="rect">
            <a:avLst/>
          </a:prstGeom>
        </p:spPr>
        <p:txBody>
          <a:bodyPr/>
          <a:lstStyle>
            <a:lvl1pPr>
              <a:defRPr sz="2000" b="1" i="0">
                <a:solidFill>
                  <a:srgbClr val="5F6A72"/>
                </a:solidFill>
                <a:latin typeface="Segoe UI Semibold" panose="020B0502040204020203" pitchFamily="34" charset="0"/>
                <a:ea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9D19315B-1ECD-D441-8C4E-4798EDADFF4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29" y="2122488"/>
            <a:ext cx="11179175" cy="3178175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Body</a:t>
            </a:r>
          </a:p>
        </p:txBody>
      </p:sp>
      <p:sp>
        <p:nvSpPr>
          <p:cNvPr id="15" name="Espace réservé de la date 3">
            <a:extLst>
              <a:ext uri="{FF2B5EF4-FFF2-40B4-BE49-F238E27FC236}">
                <a16:creationId xmlns:a16="http://schemas.microsoft.com/office/drawing/2014/main" id="{A19F2ACE-280B-444C-904F-17E2F21A5E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8940" y="6551938"/>
            <a:ext cx="2646381" cy="306062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0A9B2A82-ED00-DE47-98EF-F3B3685B1BAA}" type="datetimeFigureOut">
              <a:rPr lang="fr-FR" smtClean="0"/>
              <a:pPr/>
              <a:t>18/08/2026</a:t>
            </a:fld>
            <a:endParaRPr lang="fr-FR" dirty="0"/>
          </a:p>
        </p:txBody>
      </p:sp>
      <p:sp>
        <p:nvSpPr>
          <p:cNvPr id="16" name="Espace réservé du pied de page 4">
            <a:extLst>
              <a:ext uri="{FF2B5EF4-FFF2-40B4-BE49-F238E27FC236}">
                <a16:creationId xmlns:a16="http://schemas.microsoft.com/office/drawing/2014/main" id="{FAED40E7-566A-764F-B915-F4FF08C49D2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022899" y="6540649"/>
            <a:ext cx="7810052" cy="306062"/>
          </a:xfrm>
          <a:prstGeom prst="rect">
            <a:avLst/>
          </a:prstGeom>
        </p:spPr>
        <p:txBody>
          <a:bodyPr/>
          <a:lstStyle>
            <a:lvl1pPr algn="ctr">
              <a:defRPr sz="10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17" name="Espace réservé du numéro de diapositive 5">
            <a:extLst>
              <a:ext uri="{FF2B5EF4-FFF2-40B4-BE49-F238E27FC236}">
                <a16:creationId xmlns:a16="http://schemas.microsoft.com/office/drawing/2014/main" id="{5CDC5957-9C8C-E643-BE97-01BA0C3BF82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51285" y="6551938"/>
            <a:ext cx="1043160" cy="306062"/>
          </a:xfrm>
          <a:prstGeom prst="rect">
            <a:avLst/>
          </a:prstGeom>
        </p:spPr>
        <p:txBody>
          <a:bodyPr/>
          <a:lstStyle>
            <a:lvl1pPr algn="r">
              <a:defRPr sz="10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F6BA88AF-DBE7-D24B-8E1A-3AD6DCE18CBF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B45FEA55-F12E-41BB-85E1-4D4689751B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263" y="5663"/>
            <a:ext cx="2857737" cy="1607477"/>
          </a:xfrm>
          <a:prstGeom prst="rect">
            <a:avLst/>
          </a:prstGeom>
        </p:spPr>
      </p:pic>
      <p:sp>
        <p:nvSpPr>
          <p:cNvPr id="18" name="Espace réservé du texte 52">
            <a:extLst>
              <a:ext uri="{FF2B5EF4-FFF2-40B4-BE49-F238E27FC236}">
                <a16:creationId xmlns:a16="http://schemas.microsoft.com/office/drawing/2014/main" id="{8991F0FE-12B3-4CFB-B9EC-DD9B617DED7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3336" y="355221"/>
            <a:ext cx="8927839" cy="6353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gradFill flip="none" rotWithShape="1">
                  <a:gsLst>
                    <a:gs pos="0">
                      <a:srgbClr val="FF00DB"/>
                    </a:gs>
                    <a:gs pos="37000">
                      <a:srgbClr val="FF0080"/>
                    </a:gs>
                    <a:gs pos="100000">
                      <a:srgbClr val="FF0042"/>
                    </a:gs>
                  </a:gsLst>
                  <a:lin ang="18900000" scaled="1"/>
                  <a:tileRect/>
                </a:gra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215219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Simp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9">
            <a:extLst>
              <a:ext uri="{FF2B5EF4-FFF2-40B4-BE49-F238E27FC236}">
                <a16:creationId xmlns:a16="http://schemas.microsoft.com/office/drawing/2014/main" id="{F6CAC4C7-A8E5-5A4B-A09D-67D949D216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2441" y="1458914"/>
            <a:ext cx="11147425" cy="478744"/>
          </a:xfrm>
          <a:prstGeom prst="rect">
            <a:avLst/>
          </a:prstGeom>
        </p:spPr>
        <p:txBody>
          <a:bodyPr/>
          <a:lstStyle>
            <a:lvl1pPr>
              <a:defRPr sz="2000" b="1" i="0">
                <a:solidFill>
                  <a:srgbClr val="5F6A72"/>
                </a:solidFill>
                <a:latin typeface="Segoe UI Semibold" panose="020B0502040204020203" pitchFamily="34" charset="0"/>
                <a:ea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fr-FR" dirty="0"/>
              <a:t>Sous-titre</a:t>
            </a:r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9D19315B-1ECD-D441-8C4E-4798EDADFF4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29" y="2122488"/>
            <a:ext cx="11179175" cy="3178175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Body</a:t>
            </a:r>
          </a:p>
        </p:txBody>
      </p:sp>
      <p:sp>
        <p:nvSpPr>
          <p:cNvPr id="11" name="Espace réservé de la date 3">
            <a:extLst>
              <a:ext uri="{FF2B5EF4-FFF2-40B4-BE49-F238E27FC236}">
                <a16:creationId xmlns:a16="http://schemas.microsoft.com/office/drawing/2014/main" id="{2ED23926-CEF5-4F60-B2DE-26A220B739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8940" y="6551938"/>
            <a:ext cx="2646381" cy="306062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0A9B2A82-ED00-DE47-98EF-F3B3685B1BAA}" type="datetimeFigureOut">
              <a:rPr lang="fr-FR" smtClean="0"/>
              <a:pPr/>
              <a:t>18/08/2026</a:t>
            </a:fld>
            <a:endParaRPr lang="fr-FR" dirty="0"/>
          </a:p>
        </p:txBody>
      </p:sp>
      <p:sp>
        <p:nvSpPr>
          <p:cNvPr id="14" name="Espace réservé du pied de page 4">
            <a:extLst>
              <a:ext uri="{FF2B5EF4-FFF2-40B4-BE49-F238E27FC236}">
                <a16:creationId xmlns:a16="http://schemas.microsoft.com/office/drawing/2014/main" id="{3D317402-CF65-4FAC-A170-E5E31D0666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022899" y="6540649"/>
            <a:ext cx="7810052" cy="306062"/>
          </a:xfrm>
          <a:prstGeom prst="rect">
            <a:avLst/>
          </a:prstGeom>
        </p:spPr>
        <p:txBody>
          <a:bodyPr/>
          <a:lstStyle>
            <a:lvl1pPr algn="ctr">
              <a:defRPr sz="1000" b="0" i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>
            <a:extLst>
              <a:ext uri="{FF2B5EF4-FFF2-40B4-BE49-F238E27FC236}">
                <a16:creationId xmlns:a16="http://schemas.microsoft.com/office/drawing/2014/main" id="{D521F4C8-6751-44F2-99C7-D088ACCE07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51285" y="6551938"/>
            <a:ext cx="1043160" cy="306062"/>
          </a:xfrm>
          <a:prstGeom prst="rect">
            <a:avLst/>
          </a:prstGeom>
        </p:spPr>
        <p:txBody>
          <a:bodyPr/>
          <a:lstStyle>
            <a:lvl1pPr algn="r">
              <a:defRPr sz="1000" b="0" i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F6BA88AF-DBE7-D24B-8E1A-3AD6DCE18CBF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Espace réservé du texte 52">
            <a:extLst>
              <a:ext uri="{FF2B5EF4-FFF2-40B4-BE49-F238E27FC236}">
                <a16:creationId xmlns:a16="http://schemas.microsoft.com/office/drawing/2014/main" id="{711827A6-EEA0-43B3-8D87-F2F6A78FD16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3336" y="355221"/>
            <a:ext cx="11179175" cy="6353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gradFill flip="none" rotWithShape="1">
                  <a:gsLst>
                    <a:gs pos="0">
                      <a:srgbClr val="FF00DB"/>
                    </a:gs>
                    <a:gs pos="37000">
                      <a:srgbClr val="FF0080"/>
                    </a:gs>
                    <a:gs pos="100000">
                      <a:srgbClr val="FF0042"/>
                    </a:gs>
                  </a:gsLst>
                  <a:lin ang="18900000" scaled="1"/>
                  <a:tileRect/>
                </a:gra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092102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impulsion couleu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9">
            <a:extLst>
              <a:ext uri="{FF2B5EF4-FFF2-40B4-BE49-F238E27FC236}">
                <a16:creationId xmlns:a16="http://schemas.microsoft.com/office/drawing/2014/main" id="{F6CAC4C7-A8E5-5A4B-A09D-67D949D216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2441" y="1458914"/>
            <a:ext cx="11147425" cy="478744"/>
          </a:xfrm>
          <a:prstGeom prst="rect">
            <a:avLst/>
          </a:prstGeom>
        </p:spPr>
        <p:txBody>
          <a:bodyPr/>
          <a:lstStyle>
            <a:lvl1pPr>
              <a:defRPr sz="2000" b="1" i="0">
                <a:solidFill>
                  <a:srgbClr val="5F6A72"/>
                </a:solidFill>
                <a:latin typeface="Segoe UI Semibold" panose="020B0502040204020203" pitchFamily="34" charset="0"/>
                <a:ea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fr-FR" dirty="0"/>
              <a:t>Sous-titre</a:t>
            </a:r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9D19315B-1ECD-D441-8C4E-4798EDADFF4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72961" y="2122488"/>
            <a:ext cx="5667543" cy="3917585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Body</a:t>
            </a:r>
          </a:p>
        </p:txBody>
      </p:sp>
      <p:sp>
        <p:nvSpPr>
          <p:cNvPr id="11" name="Espace réservé de la date 3">
            <a:extLst>
              <a:ext uri="{FF2B5EF4-FFF2-40B4-BE49-F238E27FC236}">
                <a16:creationId xmlns:a16="http://schemas.microsoft.com/office/drawing/2014/main" id="{2ED23926-CEF5-4F60-B2DE-26A220B739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8940" y="6551938"/>
            <a:ext cx="2646381" cy="306062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0A9B2A82-ED00-DE47-98EF-F3B3685B1BAA}" type="datetimeFigureOut">
              <a:rPr lang="fr-FR" smtClean="0"/>
              <a:pPr/>
              <a:t>18/08/2026</a:t>
            </a:fld>
            <a:endParaRPr lang="fr-FR" dirty="0"/>
          </a:p>
        </p:txBody>
      </p:sp>
      <p:sp>
        <p:nvSpPr>
          <p:cNvPr id="14" name="Espace réservé du pied de page 4">
            <a:extLst>
              <a:ext uri="{FF2B5EF4-FFF2-40B4-BE49-F238E27FC236}">
                <a16:creationId xmlns:a16="http://schemas.microsoft.com/office/drawing/2014/main" id="{3D317402-CF65-4FAC-A170-E5E31D0666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022899" y="6540649"/>
            <a:ext cx="7810052" cy="306062"/>
          </a:xfrm>
          <a:prstGeom prst="rect">
            <a:avLst/>
          </a:prstGeom>
        </p:spPr>
        <p:txBody>
          <a:bodyPr/>
          <a:lstStyle>
            <a:lvl1pPr algn="ctr">
              <a:defRPr sz="1000" b="0" i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>
            <a:extLst>
              <a:ext uri="{FF2B5EF4-FFF2-40B4-BE49-F238E27FC236}">
                <a16:creationId xmlns:a16="http://schemas.microsoft.com/office/drawing/2014/main" id="{D521F4C8-6751-44F2-99C7-D088ACCE07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51285" y="6551938"/>
            <a:ext cx="1043160" cy="306062"/>
          </a:xfrm>
          <a:prstGeom prst="rect">
            <a:avLst/>
          </a:prstGeom>
        </p:spPr>
        <p:txBody>
          <a:bodyPr/>
          <a:lstStyle>
            <a:lvl1pPr algn="r">
              <a:defRPr sz="1000" b="0" i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F6BA88AF-DBE7-D24B-8E1A-3AD6DCE18CBF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308B857-0004-4C44-B32E-E9B3983319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51" r="17902"/>
          <a:stretch/>
        </p:blipFill>
        <p:spPr>
          <a:xfrm>
            <a:off x="1" y="2257425"/>
            <a:ext cx="5667544" cy="4283224"/>
          </a:xfrm>
          <a:prstGeom prst="rect">
            <a:avLst/>
          </a:prstGeom>
        </p:spPr>
      </p:pic>
      <p:sp>
        <p:nvSpPr>
          <p:cNvPr id="12" name="Espace réservé du texte 52">
            <a:extLst>
              <a:ext uri="{FF2B5EF4-FFF2-40B4-BE49-F238E27FC236}">
                <a16:creationId xmlns:a16="http://schemas.microsoft.com/office/drawing/2014/main" id="{301F86DA-3F86-458F-9DC1-801FA824A2D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3337" y="355221"/>
            <a:ext cx="11167168" cy="6353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gradFill flip="none" rotWithShape="1">
                  <a:gsLst>
                    <a:gs pos="0">
                      <a:srgbClr val="FF00DB"/>
                    </a:gs>
                    <a:gs pos="37000">
                      <a:srgbClr val="FF0080"/>
                    </a:gs>
                    <a:gs pos="100000">
                      <a:srgbClr val="FF0042"/>
                    </a:gs>
                  </a:gsLst>
                  <a:lin ang="18900000" scaled="1"/>
                  <a:tileRect/>
                </a:gra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2018776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impulsions gri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9">
            <a:extLst>
              <a:ext uri="{FF2B5EF4-FFF2-40B4-BE49-F238E27FC236}">
                <a16:creationId xmlns:a16="http://schemas.microsoft.com/office/drawing/2014/main" id="{F6CAC4C7-A8E5-5A4B-A09D-67D949D216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2441" y="1458914"/>
            <a:ext cx="11147425" cy="478744"/>
          </a:xfrm>
          <a:prstGeom prst="rect">
            <a:avLst/>
          </a:prstGeom>
        </p:spPr>
        <p:txBody>
          <a:bodyPr/>
          <a:lstStyle>
            <a:lvl1pPr>
              <a:defRPr sz="2000" b="1" i="0">
                <a:solidFill>
                  <a:srgbClr val="5F6A72"/>
                </a:solidFill>
                <a:latin typeface="Segoe UI Semibold" panose="020B0502040204020203" pitchFamily="34" charset="0"/>
                <a:ea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fr-FR" dirty="0"/>
              <a:t>Sous-titre</a:t>
            </a:r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9D19315B-1ECD-D441-8C4E-4798EDADFF4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72961" y="2122488"/>
            <a:ext cx="5667543" cy="3917585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5F6A7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Body</a:t>
            </a:r>
          </a:p>
        </p:txBody>
      </p:sp>
      <p:sp>
        <p:nvSpPr>
          <p:cNvPr id="11" name="Espace réservé de la date 3">
            <a:extLst>
              <a:ext uri="{FF2B5EF4-FFF2-40B4-BE49-F238E27FC236}">
                <a16:creationId xmlns:a16="http://schemas.microsoft.com/office/drawing/2014/main" id="{2ED23926-CEF5-4F60-B2DE-26A220B739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8940" y="6551938"/>
            <a:ext cx="2646381" cy="306062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0A9B2A82-ED00-DE47-98EF-F3B3685B1BAA}" type="datetimeFigureOut">
              <a:rPr lang="fr-FR" smtClean="0"/>
              <a:pPr/>
              <a:t>18/08/2026</a:t>
            </a:fld>
            <a:endParaRPr lang="fr-FR" dirty="0"/>
          </a:p>
        </p:txBody>
      </p:sp>
      <p:sp>
        <p:nvSpPr>
          <p:cNvPr id="14" name="Espace réservé du pied de page 4">
            <a:extLst>
              <a:ext uri="{FF2B5EF4-FFF2-40B4-BE49-F238E27FC236}">
                <a16:creationId xmlns:a16="http://schemas.microsoft.com/office/drawing/2014/main" id="{3D317402-CF65-4FAC-A170-E5E31D0666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022899" y="6540649"/>
            <a:ext cx="7810052" cy="306062"/>
          </a:xfrm>
          <a:prstGeom prst="rect">
            <a:avLst/>
          </a:prstGeom>
        </p:spPr>
        <p:txBody>
          <a:bodyPr/>
          <a:lstStyle>
            <a:lvl1pPr algn="ctr">
              <a:defRPr sz="1000" b="0" i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>
            <a:extLst>
              <a:ext uri="{FF2B5EF4-FFF2-40B4-BE49-F238E27FC236}">
                <a16:creationId xmlns:a16="http://schemas.microsoft.com/office/drawing/2014/main" id="{D521F4C8-6751-44F2-99C7-D088ACCE07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51285" y="6551938"/>
            <a:ext cx="1043160" cy="306062"/>
          </a:xfrm>
          <a:prstGeom prst="rect">
            <a:avLst/>
          </a:prstGeom>
        </p:spPr>
        <p:txBody>
          <a:bodyPr/>
          <a:lstStyle>
            <a:lvl1pPr algn="r">
              <a:defRPr sz="1000" b="0" i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F6BA88AF-DBE7-D24B-8E1A-3AD6DCE18CBF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F4573499-20A4-4A95-AB71-AD62AAB426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061"/>
          <a:stretch/>
        </p:blipFill>
        <p:spPr>
          <a:xfrm>
            <a:off x="-1" y="1751162"/>
            <a:ext cx="5819776" cy="4483425"/>
          </a:xfrm>
          <a:prstGeom prst="rect">
            <a:avLst/>
          </a:prstGeom>
        </p:spPr>
      </p:pic>
      <p:sp>
        <p:nvSpPr>
          <p:cNvPr id="12" name="Espace réservé du texte 52">
            <a:extLst>
              <a:ext uri="{FF2B5EF4-FFF2-40B4-BE49-F238E27FC236}">
                <a16:creationId xmlns:a16="http://schemas.microsoft.com/office/drawing/2014/main" id="{DA9459F2-8B43-4B77-8E3C-9FF7A864B6A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3337" y="355221"/>
            <a:ext cx="11167168" cy="6353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gradFill flip="none" rotWithShape="1">
                  <a:gsLst>
                    <a:gs pos="0">
                      <a:srgbClr val="FF00DB"/>
                    </a:gs>
                    <a:gs pos="37000">
                      <a:srgbClr val="FF0080"/>
                    </a:gs>
                    <a:gs pos="100000">
                      <a:srgbClr val="FF0042"/>
                    </a:gs>
                  </a:gsLst>
                  <a:lin ang="18900000" scaled="1"/>
                  <a:tileRect/>
                </a:gra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639687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>
            <a:extLst>
              <a:ext uri="{FF2B5EF4-FFF2-40B4-BE49-F238E27FC236}">
                <a16:creationId xmlns:a16="http://schemas.microsoft.com/office/drawing/2014/main" id="{3122351C-8DC7-428F-A1AF-50EEF5FFE9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952" b="27429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60912FF2-1708-F144-867C-9C0B3382F2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4" t="31997" r="5623" b="32876"/>
          <a:stretch>
            <a:fillRect/>
          </a:stretch>
        </p:blipFill>
        <p:spPr>
          <a:xfrm>
            <a:off x="5713847" y="3920491"/>
            <a:ext cx="2620370" cy="1031642"/>
          </a:xfrm>
          <a:prstGeom prst="rect">
            <a:avLst/>
          </a:prstGeom>
        </p:spPr>
      </p:pic>
      <p:sp>
        <p:nvSpPr>
          <p:cNvPr id="8" name="Espace réservé de la date 3">
            <a:extLst>
              <a:ext uri="{FF2B5EF4-FFF2-40B4-BE49-F238E27FC236}">
                <a16:creationId xmlns:a16="http://schemas.microsoft.com/office/drawing/2014/main" id="{FD291E97-9C94-0447-A4B2-5762D377C5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7424" y="6541180"/>
            <a:ext cx="2646381" cy="306062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0A9B2A82-ED00-DE47-98EF-F3B3685B1BAA}" type="datetimeFigureOut">
              <a:rPr lang="fr-FR" smtClean="0"/>
              <a:pPr/>
              <a:t>18/08/2026</a:t>
            </a:fld>
            <a:endParaRPr lang="fr-FR" dirty="0"/>
          </a:p>
        </p:txBody>
      </p:sp>
      <p:sp>
        <p:nvSpPr>
          <p:cNvPr id="10" name="Espace réservé du pied de page 4">
            <a:extLst>
              <a:ext uri="{FF2B5EF4-FFF2-40B4-BE49-F238E27FC236}">
                <a16:creationId xmlns:a16="http://schemas.microsoft.com/office/drawing/2014/main" id="{3196A2CF-D7D2-BB4A-B429-24D16AA24C7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001383" y="6529891"/>
            <a:ext cx="5378824" cy="306062"/>
          </a:xfrm>
          <a:prstGeom prst="rect">
            <a:avLst/>
          </a:prstGeom>
        </p:spPr>
        <p:txBody>
          <a:bodyPr/>
          <a:lstStyle>
            <a:lvl1pPr algn="ctr">
              <a:defRPr sz="10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11" name="Espace réservé du numéro de diapositive 5">
            <a:extLst>
              <a:ext uri="{FF2B5EF4-FFF2-40B4-BE49-F238E27FC236}">
                <a16:creationId xmlns:a16="http://schemas.microsoft.com/office/drawing/2014/main" id="{BF0163D6-841A-EC48-8D8D-2CA05D78000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509298" y="6479177"/>
            <a:ext cx="3312587" cy="378823"/>
          </a:xfrm>
          <a:prstGeom prst="rect">
            <a:avLst/>
          </a:prstGeom>
        </p:spPr>
        <p:txBody>
          <a:bodyPr/>
          <a:lstStyle>
            <a:lvl1pPr algn="r">
              <a:defRPr sz="1000" b="0" i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F6BA88AF-DBE7-D24B-8E1A-3AD6DCE18CBF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D4EEA2D-2E5C-544A-A8A4-832F5F87D417}"/>
              </a:ext>
            </a:extLst>
          </p:cNvPr>
          <p:cNvPicPr>
            <a:picLocks noChangeAspect="1"/>
          </p:cNvPicPr>
          <p:nvPr userDrawn="1"/>
        </p:nvPicPr>
        <p:blipFill>
          <a:blip r:embed="rId5" r:link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3702" y="4055441"/>
            <a:ext cx="3030583" cy="76174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2F3279D-108E-4E68-9652-ADE276BF3C4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2202" y="1302600"/>
            <a:ext cx="5517186" cy="3103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833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texte 12">
            <a:extLst>
              <a:ext uri="{FF2B5EF4-FFF2-40B4-BE49-F238E27FC236}">
                <a16:creationId xmlns:a16="http://schemas.microsoft.com/office/drawing/2014/main" id="{85EEE38E-649F-04BE-AA13-F69EC18FA705}"/>
              </a:ext>
            </a:extLst>
          </p:cNvPr>
          <p:cNvSpPr txBox="1">
            <a:spLocks/>
          </p:cNvSpPr>
          <p:nvPr userDrawn="1"/>
        </p:nvSpPr>
        <p:spPr>
          <a:xfrm>
            <a:off x="1422933" y="4887445"/>
            <a:ext cx="9346131" cy="523219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kern="1200" spc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674096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3" r:id="rId3"/>
    <p:sldLayoutId id="2147483717" r:id="rId4"/>
    <p:sldLayoutId id="2147483721" r:id="rId5"/>
    <p:sldLayoutId id="2147483732" r:id="rId6"/>
    <p:sldLayoutId id="2147483728" r:id="rId7"/>
    <p:sldLayoutId id="2147483710" r:id="rId8"/>
    <p:sldLayoutId id="2147483736" r:id="rId9"/>
    <p:sldLayoutId id="2147483729" r:id="rId10"/>
    <p:sldLayoutId id="2147483672" r:id="rId11"/>
    <p:sldLayoutId id="2147483669" r:id="rId12"/>
    <p:sldLayoutId id="2147483719" r:id="rId13"/>
    <p:sldLayoutId id="2147483731" r:id="rId14"/>
    <p:sldLayoutId id="2147483730" r:id="rId15"/>
    <p:sldLayoutId id="2147483712" r:id="rId16"/>
    <p:sldLayoutId id="2147483696" r:id="rId17"/>
    <p:sldLayoutId id="2147483722" r:id="rId18"/>
    <p:sldLayoutId id="2147483723" r:id="rId19"/>
    <p:sldLayoutId id="2147483695" r:id="rId20"/>
    <p:sldLayoutId id="2147483670" r:id="rId21"/>
    <p:sldLayoutId id="2147483724" r:id="rId22"/>
    <p:sldLayoutId id="2147483714" r:id="rId23"/>
    <p:sldLayoutId id="2147483713" r:id="rId24"/>
    <p:sldLayoutId id="2147483725" r:id="rId25"/>
    <p:sldLayoutId id="2147483673" r:id="rId2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FEA9E3-5FB1-AE4A-BAE7-7BC616DA1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775" y="2934243"/>
            <a:ext cx="9355201" cy="742408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12DABA3-95E8-4B43-B4DC-82B01941FC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9774" y="3913893"/>
            <a:ext cx="10653649" cy="2505957"/>
          </a:xfrm>
        </p:spPr>
        <p:txBody>
          <a:bodyPr/>
          <a:lstStyle/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40054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179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6E5B1-4057-C99B-A789-6CE639EB0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1FFC7AE6-186F-5CC2-9659-5AEDBAF6456E}"/>
              </a:ext>
            </a:extLst>
          </p:cNvPr>
          <p:cNvSpPr/>
          <p:nvPr/>
        </p:nvSpPr>
        <p:spPr>
          <a:xfrm>
            <a:off x="278891" y="4267656"/>
            <a:ext cx="8651582" cy="1813104"/>
          </a:xfrm>
          <a:prstGeom prst="roundRect">
            <a:avLst/>
          </a:prstGeom>
          <a:solidFill>
            <a:schemeClr val="bg1"/>
          </a:solidFill>
          <a:ln w="19050">
            <a:gradFill flip="none" rotWithShape="1">
              <a:gsLst>
                <a:gs pos="0">
                  <a:srgbClr val="FF00E3"/>
                </a:gs>
                <a:gs pos="40000">
                  <a:srgbClr val="FF0074"/>
                </a:gs>
                <a:gs pos="100000">
                  <a:srgbClr val="FF0005"/>
                </a:gs>
              </a:gsLst>
              <a:lin ang="2700000" scaled="0"/>
              <a:tileRect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 lang="fr-FR" sz="1600" b="1" dirty="0">
              <a:solidFill>
                <a:srgbClr val="595959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258045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HELIA PRO">
      <a:dk1>
        <a:srgbClr val="000000"/>
      </a:dk1>
      <a:lt1>
        <a:srgbClr val="FFFFFF"/>
      </a:lt1>
      <a:dk2>
        <a:srgbClr val="A3A9AE"/>
      </a:dk2>
      <a:lt2>
        <a:srgbClr val="FFFFFF"/>
      </a:lt2>
      <a:accent1>
        <a:srgbClr val="E2E3E3"/>
      </a:accent1>
      <a:accent2>
        <a:srgbClr val="A3A9AE"/>
      </a:accent2>
      <a:accent3>
        <a:srgbClr val="828A8F"/>
      </a:accent3>
      <a:accent4>
        <a:srgbClr val="5F6A72"/>
      </a:accent4>
      <a:accent5>
        <a:srgbClr val="FF00E3"/>
      </a:accent5>
      <a:accent6>
        <a:srgbClr val="FF0010"/>
      </a:accent6>
      <a:hlink>
        <a:srgbClr val="FF0010"/>
      </a:hlink>
      <a:folHlink>
        <a:srgbClr val="FF00E3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iaPro_Modèle_PPT  -  Lecture seule" id="{2309A63C-2410-483F-B9BC-EF748F21FC86}" vid="{7498FEB4-DE4C-4E36-912C-7EA36FB7EC49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37D1CD3A0698A479E98A24B1F01543C" ma:contentTypeVersion="14" ma:contentTypeDescription="Crée un document." ma:contentTypeScope="" ma:versionID="73b676e6194a641891ce1e9f4640c8c5">
  <xsd:schema xmlns:xsd="http://www.w3.org/2001/XMLSchema" xmlns:xs="http://www.w3.org/2001/XMLSchema" xmlns:p="http://schemas.microsoft.com/office/2006/metadata/properties" xmlns:ns2="791ec3ba-971a-4f4c-8ba4-4081170111ad" xmlns:ns3="f837d203-7004-4075-a095-4c58c10059c1" targetNamespace="http://schemas.microsoft.com/office/2006/metadata/properties" ma:root="true" ma:fieldsID="ac73d3130de04aeed98be5515136eb29" ns2:_="" ns3:_="">
    <xsd:import namespace="791ec3ba-971a-4f4c-8ba4-4081170111ad"/>
    <xsd:import namespace="f837d203-7004-4075-a095-4c58c10059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Image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1ec3ba-971a-4f4c-8ba4-4081170111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e384cfa8-52d6-4e10-9eda-ace816341e3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Image" ma:index="20" nillable="true" ma:displayName="Image" ma:format="Thumbnail" ma:internalName="Imag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37d203-7004-4075-a095-4c58c10059c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dc05f23-8180-40a0-ae37-ec723ff68b5b}" ma:internalName="TaxCatchAll" ma:showField="CatchAllData" ma:web="f837d203-7004-4075-a095-4c58c10059c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837d203-7004-4075-a095-4c58c10059c1" xsi:nil="true"/>
    <Image xmlns="791ec3ba-971a-4f4c-8ba4-4081170111ad" xsi:nil="true"/>
    <lcf76f155ced4ddcb4097134ff3c332f xmlns="791ec3ba-971a-4f4c-8ba4-4081170111ad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634A6E0-9956-409F-B131-1CBCD22498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91ec3ba-971a-4f4c-8ba4-4081170111ad"/>
    <ds:schemaRef ds:uri="f837d203-7004-4075-a095-4c58c10059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EADC941-A0A5-4554-9996-1456AB335D2A}">
  <ds:schemaRefs>
    <ds:schemaRef ds:uri="http://schemas.microsoft.com/office/2006/metadata/properties"/>
    <ds:schemaRef ds:uri="http://purl.org/dc/dcmitype/"/>
    <ds:schemaRef ds:uri="http://www.w3.org/XML/1998/namespace"/>
    <ds:schemaRef ds:uri="f837d203-7004-4075-a095-4c58c10059c1"/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791ec3ba-971a-4f4c-8ba4-4081170111ad"/>
  </ds:schemaRefs>
</ds:datastoreItem>
</file>

<file path=customXml/itemProps3.xml><?xml version="1.0" encoding="utf-8"?>
<ds:datastoreItem xmlns:ds="http://schemas.openxmlformats.org/officeDocument/2006/customXml" ds:itemID="{F9814353-578A-4666-8B50-C443C56F0A6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HeliaPro_Modèle_PPT</Template>
  <TotalTime>384</TotalTime>
  <Words>0</Words>
  <Application>Microsoft Office PowerPoint</Application>
  <PresentationFormat>Grand écran</PresentationFormat>
  <Paragraphs>0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10" baseType="lpstr">
      <vt:lpstr>Arial</vt:lpstr>
      <vt:lpstr>Calibri</vt:lpstr>
      <vt:lpstr>Segoe UI</vt:lpstr>
      <vt:lpstr>Segoe UI Light</vt:lpstr>
      <vt:lpstr>Segoe UI Semibold</vt:lpstr>
      <vt:lpstr>Ubuntu</vt:lpstr>
      <vt:lpstr>Thème Office</vt:lpstr>
      <vt:lpstr>Présentation PowerPoint</vt:lpstr>
      <vt:lpstr>Présentation PowerPoint</vt:lpstr>
      <vt:lpstr>Présentation PowerPoint</vt:lpstr>
    </vt:vector>
  </TitlesOfParts>
  <Company>OPT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JAMOT Olivier</dc:creator>
  <cp:lastModifiedBy>LE GALL--BENECH Hugo</cp:lastModifiedBy>
  <cp:revision>4</cp:revision>
  <dcterms:created xsi:type="dcterms:W3CDTF">2026-07-22T05:01:06Z</dcterms:created>
  <dcterms:modified xsi:type="dcterms:W3CDTF">2026-08-17T21:42:51Z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0x010100737D1CD3A0698A479E98A24B1F01543C</vt:lpwstr>
  </property>
  <property fmtid="{D5CDD505-2E9C-101B-9397-08002B2CF9AE}" pid="3" name="MediaServiceImageTags">
    <vt:lpwstr/>
  </property>
</Properties>
</file>